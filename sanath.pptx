
<file path=[Content_Types].xml><?xml version="1.0" encoding="utf-8"?>
<Types xmlns="http://schemas.openxmlformats.org/package/2006/content-types">
  <Override PartName="/_rels/.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17.xml" ContentType="application/vnd.openxmlformats-officedocument.presentationml.slideLayout+xml"/>
  <Override PartName="/ppt/slideLayouts/slideLayout9.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12.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_rels/slideLayout36.xml.rels" ContentType="application/vnd.openxmlformats-package.relationships+xml"/>
  <Override PartName="/ppt/slideLayouts/_rels/slideLayout35.xml.rels" ContentType="application/vnd.openxmlformats-package.relationships+xml"/>
  <Override PartName="/ppt/slideLayouts/_rels/slideLayout34.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28.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24.xml.rels" ContentType="application/vnd.openxmlformats-package.relationships+xml"/>
  <Override PartName="/ppt/slideLayouts/_rels/slideLayout23.xml.rels" ContentType="application/vnd.openxmlformats-package.relationships+xml"/>
  <Override PartName="/ppt/slideLayouts/_rels/slideLayout10.xml.rels" ContentType="application/vnd.openxmlformats-package.relationships+xml"/>
  <Override PartName="/ppt/slideLayouts/_rels/slideLayout17.xml.rels" ContentType="application/vnd.openxmlformats-package.relationships+xml"/>
  <Override PartName="/ppt/slideLayouts/_rels/slideLayout3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19.xml.rels" ContentType="application/vnd.openxmlformats-package.relationships+xml"/>
  <Override PartName="/ppt/slideLayouts/_rels/slideLayout27.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22.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31.xml.rels" ContentType="application/vnd.openxmlformats-package.relationships+xml"/>
  <Override PartName="/ppt/slideLayouts/_rels/slideLayout20.xml.rels" ContentType="application/vnd.openxmlformats-package.relationships+xml"/>
  <Override PartName="/ppt/slideLayouts/_rels/slideLayout32.xml.rels" ContentType="application/vnd.openxmlformats-package.relationships+xml"/>
  <Override PartName="/ppt/slideLayouts/_rels/slideLayout21.xml.rels" ContentType="application/vnd.openxmlformats-package.relationships+xml"/>
  <Override PartName="/ppt/slideLayouts/slideLayout5.xml" ContentType="application/vnd.openxmlformats-officedocument.presentationml.slideLayout+xml"/>
  <Override PartName="/ppt/slideLayouts/slideLayout14.xml" ContentType="application/vnd.openxmlformats-officedocument.presentationml.slideLayout+xml"/>
  <Override PartName="/ppt/slideLayouts/slideLayout6.xml" ContentType="application/vnd.openxmlformats-officedocument.presentationml.slideLayout+xml"/>
  <Override PartName="/ppt/slideLayouts/slideLayout15.xml" ContentType="application/vnd.openxmlformats-officedocument.presentationml.slideLayout+xml"/>
  <Override PartName="/ppt/slideLayouts/slideLayout7.xml" ContentType="application/vnd.openxmlformats-officedocument.presentationml.slideLayout+xml"/>
  <Override PartName="/ppt/slideLayouts/slideLayout16.xml" ContentType="application/vnd.openxmlformats-officedocument.presentationml.slideLayout+xml"/>
  <Override PartName="/ppt/slideLayouts/slideLayout22.xml" ContentType="application/vnd.openxmlformats-officedocument.presentationml.slideLayout+xml"/>
  <Override PartName="/ppt/presentation.xml" ContentType="application/vnd.openxmlformats-officedocument.presentationml.presentation.main+xml"/>
  <Override PartName="/ppt/slideMasters/slideMaster3.xml" ContentType="application/vnd.openxmlformats-officedocument.presentationml.slideMaster+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1.xml.rels" ContentType="application/vnd.openxmlformats-package.relationships+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_rels/presentation.xml.rels" ContentType="application/vnd.openxmlformats-package.relationships+xml"/>
  <Override PartName="/ppt/media/image9.png" ContentType="image/png"/>
  <Override PartName="/ppt/media/image8.png" ContentType="image/png"/>
  <Override PartName="/ppt/media/image7.png" ContentType="image/png"/>
  <Override PartName="/ppt/media/image6.png" ContentType="image/png"/>
  <Override PartName="/ppt/media/image10.png" ContentType="image/png"/>
  <Override PartName="/ppt/media/image5.png" ContentType="image/png"/>
  <Override PartName="/ppt/media/image1.png" ContentType="image/png"/>
  <Override PartName="/ppt/media/image2.png" ContentType="image/png"/>
  <Override PartName="/ppt/media/image3.png" ContentType="image/png"/>
  <Override PartName="/ppt/media/image4.png" ContentType="image/png"/>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9.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8" name="PlaceHolder 2"/>
          <p:cNvSpPr>
            <a:spLocks noGrp="1"/>
          </p:cNvSpPr>
          <p:nvPr>
            <p:ph type="subTitle"/>
          </p:nvPr>
        </p:nvSpPr>
        <p:spPr>
          <a:xfrm>
            <a:off x="609480" y="1604520"/>
            <a:ext cx="10972440" cy="3977280"/>
          </a:xfrm>
          <a:prstGeom prst="rect">
            <a:avLst/>
          </a:prstGeom>
        </p:spPr>
        <p:txBody>
          <a:bodyPr lIns="0" rIns="0" tIns="0" bIns="0" anchor="ctr"/>
          <a:p>
            <a:pPr algn="ctr"/>
            <a:endParaRPr b="0" lang="en-IN" sz="3200" spc="-1" strike="noStrike">
              <a:solidFill>
                <a:srgbClr val="000000"/>
              </a:solidFill>
              <a:uFill>
                <a:solidFill>
                  <a:srgbClr val="ffffff"/>
                </a:solidFill>
              </a:u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10" name="PlaceHolder 2"/>
          <p:cNvSpPr>
            <a:spLocks noGrp="1"/>
          </p:cNvSpPr>
          <p:nvPr>
            <p:ph type="body"/>
          </p:nvPr>
        </p:nvSpPr>
        <p:spPr>
          <a:xfrm>
            <a:off x="609480" y="1604520"/>
            <a:ext cx="1097244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12" name="PlaceHolder 2"/>
          <p:cNvSpPr>
            <a:spLocks noGrp="1"/>
          </p:cNvSpPr>
          <p:nvPr>
            <p:ph type="body"/>
          </p:nvPr>
        </p:nvSpPr>
        <p:spPr>
          <a:xfrm>
            <a:off x="609480" y="1604520"/>
            <a:ext cx="535428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576000" y="729720"/>
            <a:ext cx="11028960" cy="2743200"/>
          </a:xfrm>
          <a:prstGeom prst="rect">
            <a:avLst/>
          </a:prstGeom>
        </p:spPr>
        <p:txBody>
          <a:bodyPr lIns="0" rIns="0" tIns="0" bIns="0" anchor="ctr"/>
          <a:p>
            <a:pPr algn="ctr"/>
            <a:endParaRPr b="0" lang="en-IN" sz="3200" spc="-1" strike="noStrike">
              <a:solidFill>
                <a:srgbClr val="000000"/>
              </a:solidFill>
              <a:uFill>
                <a:solidFill>
                  <a:srgbClr val="ffffff"/>
                </a:solidFill>
              </a:u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17" name="PlaceHolder 2"/>
          <p:cNvSpPr>
            <a:spLocks noGrp="1"/>
          </p:cNvSpPr>
          <p:nvPr>
            <p:ph type="body"/>
          </p:nvPr>
        </p:nvSpPr>
        <p:spPr>
          <a:xfrm>
            <a:off x="60948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18" name="PlaceHolder 3"/>
          <p:cNvSpPr>
            <a:spLocks noGrp="1"/>
          </p:cNvSpPr>
          <p:nvPr>
            <p:ph type="body"/>
          </p:nvPr>
        </p:nvSpPr>
        <p:spPr>
          <a:xfrm>
            <a:off x="609480" y="368208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19" name="PlaceHolder 4"/>
          <p:cNvSpPr>
            <a:spLocks noGrp="1"/>
          </p:cNvSpPr>
          <p:nvPr>
            <p:ph type="body"/>
          </p:nvPr>
        </p:nvSpPr>
        <p:spPr>
          <a:xfrm>
            <a:off x="6231960" y="1604520"/>
            <a:ext cx="535428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21" name="PlaceHolder 2"/>
          <p:cNvSpPr>
            <a:spLocks noGrp="1"/>
          </p:cNvSpPr>
          <p:nvPr>
            <p:ph type="body"/>
          </p:nvPr>
        </p:nvSpPr>
        <p:spPr>
          <a:xfrm>
            <a:off x="609480" y="1604520"/>
            <a:ext cx="535428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22" name="PlaceHolder 3"/>
          <p:cNvSpPr>
            <a:spLocks noGrp="1"/>
          </p:cNvSpPr>
          <p:nvPr>
            <p:ph type="body"/>
          </p:nvPr>
        </p:nvSpPr>
        <p:spPr>
          <a:xfrm>
            <a:off x="623196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23" name="PlaceHolder 4"/>
          <p:cNvSpPr>
            <a:spLocks noGrp="1"/>
          </p:cNvSpPr>
          <p:nvPr>
            <p:ph type="body"/>
          </p:nvPr>
        </p:nvSpPr>
        <p:spPr>
          <a:xfrm>
            <a:off x="6231960" y="368208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25" name="PlaceHolder 2"/>
          <p:cNvSpPr>
            <a:spLocks noGrp="1"/>
          </p:cNvSpPr>
          <p:nvPr>
            <p:ph type="body"/>
          </p:nvPr>
        </p:nvSpPr>
        <p:spPr>
          <a:xfrm>
            <a:off x="60948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26" name="PlaceHolder 3"/>
          <p:cNvSpPr>
            <a:spLocks noGrp="1"/>
          </p:cNvSpPr>
          <p:nvPr>
            <p:ph type="body"/>
          </p:nvPr>
        </p:nvSpPr>
        <p:spPr>
          <a:xfrm>
            <a:off x="623196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27" name="PlaceHolder 4"/>
          <p:cNvSpPr>
            <a:spLocks noGrp="1"/>
          </p:cNvSpPr>
          <p:nvPr>
            <p:ph type="body"/>
          </p:nvPr>
        </p:nvSpPr>
        <p:spPr>
          <a:xfrm>
            <a:off x="609480" y="3682080"/>
            <a:ext cx="1097244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29" name="PlaceHolder 2"/>
          <p:cNvSpPr>
            <a:spLocks noGrp="1"/>
          </p:cNvSpPr>
          <p:nvPr>
            <p:ph type="body"/>
          </p:nvPr>
        </p:nvSpPr>
        <p:spPr>
          <a:xfrm>
            <a:off x="609480" y="1604520"/>
            <a:ext cx="1097244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30" name="PlaceHolder 3"/>
          <p:cNvSpPr>
            <a:spLocks noGrp="1"/>
          </p:cNvSpPr>
          <p:nvPr>
            <p:ph type="body"/>
          </p:nvPr>
        </p:nvSpPr>
        <p:spPr>
          <a:xfrm>
            <a:off x="609480" y="3682080"/>
            <a:ext cx="1097244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32" name="PlaceHolder 2"/>
          <p:cNvSpPr>
            <a:spLocks noGrp="1"/>
          </p:cNvSpPr>
          <p:nvPr>
            <p:ph type="body"/>
          </p:nvPr>
        </p:nvSpPr>
        <p:spPr>
          <a:xfrm>
            <a:off x="60948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33" name="PlaceHolder 3"/>
          <p:cNvSpPr>
            <a:spLocks noGrp="1"/>
          </p:cNvSpPr>
          <p:nvPr>
            <p:ph type="body"/>
          </p:nvPr>
        </p:nvSpPr>
        <p:spPr>
          <a:xfrm>
            <a:off x="623196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34" name="PlaceHolder 4"/>
          <p:cNvSpPr>
            <a:spLocks noGrp="1"/>
          </p:cNvSpPr>
          <p:nvPr>
            <p:ph type="body"/>
          </p:nvPr>
        </p:nvSpPr>
        <p:spPr>
          <a:xfrm>
            <a:off x="6231960" y="368208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35" name="PlaceHolder 5"/>
          <p:cNvSpPr>
            <a:spLocks noGrp="1"/>
          </p:cNvSpPr>
          <p:nvPr>
            <p:ph type="body"/>
          </p:nvPr>
        </p:nvSpPr>
        <p:spPr>
          <a:xfrm>
            <a:off x="609480" y="368208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37" name="PlaceHolder 2"/>
          <p:cNvSpPr>
            <a:spLocks noGrp="1"/>
          </p:cNvSpPr>
          <p:nvPr>
            <p:ph type="body"/>
          </p:nvPr>
        </p:nvSpPr>
        <p:spPr>
          <a:xfrm>
            <a:off x="609480" y="1604520"/>
            <a:ext cx="1097244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38" name="PlaceHolder 3"/>
          <p:cNvSpPr>
            <a:spLocks noGrp="1"/>
          </p:cNvSpPr>
          <p:nvPr>
            <p:ph type="body"/>
          </p:nvPr>
        </p:nvSpPr>
        <p:spPr>
          <a:xfrm>
            <a:off x="609480" y="1604520"/>
            <a:ext cx="1097244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pic>
        <p:nvPicPr>
          <p:cNvPr id="39" name="" descr=""/>
          <p:cNvPicPr/>
          <p:nvPr/>
        </p:nvPicPr>
        <p:blipFill>
          <a:blip r:embed="rId2"/>
          <a:stretch/>
        </p:blipFill>
        <p:spPr>
          <a:xfrm>
            <a:off x="3602880" y="1604520"/>
            <a:ext cx="4984920" cy="3977280"/>
          </a:xfrm>
          <a:prstGeom prst="rect">
            <a:avLst/>
          </a:prstGeom>
          <a:ln>
            <a:noFill/>
          </a:ln>
        </p:spPr>
      </p:pic>
      <p:pic>
        <p:nvPicPr>
          <p:cNvPr id="40" name="" descr=""/>
          <p:cNvPicPr/>
          <p:nvPr/>
        </p:nvPicPr>
        <p:blipFill>
          <a:blip r:embed="rId3"/>
          <a:stretch/>
        </p:blipFill>
        <p:spPr>
          <a:xfrm>
            <a:off x="3602880" y="1604520"/>
            <a:ext cx="4984920" cy="3977280"/>
          </a:xfrm>
          <a:prstGeom prst="rect">
            <a:avLst/>
          </a:prstGeom>
          <a:ln>
            <a:noFill/>
          </a:ln>
        </p:spPr>
      </p:pic>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48" name="PlaceHolder 2"/>
          <p:cNvSpPr>
            <a:spLocks noGrp="1"/>
          </p:cNvSpPr>
          <p:nvPr>
            <p:ph type="subTitle"/>
          </p:nvPr>
        </p:nvSpPr>
        <p:spPr>
          <a:xfrm>
            <a:off x="609480" y="1604520"/>
            <a:ext cx="10972440" cy="3977280"/>
          </a:xfrm>
          <a:prstGeom prst="rect">
            <a:avLst/>
          </a:prstGeom>
        </p:spPr>
        <p:txBody>
          <a:bodyPr lIns="0" rIns="0" tIns="0" bIns="0" anchor="ctr"/>
          <a:p>
            <a:pPr algn="ctr"/>
            <a:endParaRPr b="0" lang="en-IN" sz="3200" spc="-1" strike="noStrike">
              <a:solidFill>
                <a:srgbClr val="000000"/>
              </a:solidFill>
              <a:uFill>
                <a:solidFill>
                  <a:srgbClr val="ffffff"/>
                </a:solidFill>
              </a:u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50" name="PlaceHolder 2"/>
          <p:cNvSpPr>
            <a:spLocks noGrp="1"/>
          </p:cNvSpPr>
          <p:nvPr>
            <p:ph type="body"/>
          </p:nvPr>
        </p:nvSpPr>
        <p:spPr>
          <a:xfrm>
            <a:off x="609480" y="1604520"/>
            <a:ext cx="1097244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52" name="PlaceHolder 2"/>
          <p:cNvSpPr>
            <a:spLocks noGrp="1"/>
          </p:cNvSpPr>
          <p:nvPr>
            <p:ph type="body"/>
          </p:nvPr>
        </p:nvSpPr>
        <p:spPr>
          <a:xfrm>
            <a:off x="609480" y="1604520"/>
            <a:ext cx="535428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53" name="PlaceHolder 3"/>
          <p:cNvSpPr>
            <a:spLocks noGrp="1"/>
          </p:cNvSpPr>
          <p:nvPr>
            <p:ph type="body"/>
          </p:nvPr>
        </p:nvSpPr>
        <p:spPr>
          <a:xfrm>
            <a:off x="6231960" y="1604520"/>
            <a:ext cx="535428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576000" y="729720"/>
            <a:ext cx="11028960" cy="2743200"/>
          </a:xfrm>
          <a:prstGeom prst="rect">
            <a:avLst/>
          </a:prstGeom>
        </p:spPr>
        <p:txBody>
          <a:bodyPr lIns="0" rIns="0" tIns="0" bIns="0" anchor="ctr"/>
          <a:p>
            <a:pPr algn="ctr"/>
            <a:endParaRPr b="0" lang="en-IN" sz="3200" spc="-1" strike="noStrike">
              <a:solidFill>
                <a:srgbClr val="000000"/>
              </a:solidFill>
              <a:uFill>
                <a:solidFill>
                  <a:srgbClr val="ffffff"/>
                </a:solidFill>
              </a:u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57" name="PlaceHolder 2"/>
          <p:cNvSpPr>
            <a:spLocks noGrp="1"/>
          </p:cNvSpPr>
          <p:nvPr>
            <p:ph type="body"/>
          </p:nvPr>
        </p:nvSpPr>
        <p:spPr>
          <a:xfrm>
            <a:off x="60948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58" name="PlaceHolder 3"/>
          <p:cNvSpPr>
            <a:spLocks noGrp="1"/>
          </p:cNvSpPr>
          <p:nvPr>
            <p:ph type="body"/>
          </p:nvPr>
        </p:nvSpPr>
        <p:spPr>
          <a:xfrm>
            <a:off x="609480" y="368208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59" name="PlaceHolder 4"/>
          <p:cNvSpPr>
            <a:spLocks noGrp="1"/>
          </p:cNvSpPr>
          <p:nvPr>
            <p:ph type="body"/>
          </p:nvPr>
        </p:nvSpPr>
        <p:spPr>
          <a:xfrm>
            <a:off x="6231960" y="1604520"/>
            <a:ext cx="535428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61" name="PlaceHolder 2"/>
          <p:cNvSpPr>
            <a:spLocks noGrp="1"/>
          </p:cNvSpPr>
          <p:nvPr>
            <p:ph type="body"/>
          </p:nvPr>
        </p:nvSpPr>
        <p:spPr>
          <a:xfrm>
            <a:off x="609480" y="1604520"/>
            <a:ext cx="535428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63" name="PlaceHolder 4"/>
          <p:cNvSpPr>
            <a:spLocks noGrp="1"/>
          </p:cNvSpPr>
          <p:nvPr>
            <p:ph type="body"/>
          </p:nvPr>
        </p:nvSpPr>
        <p:spPr>
          <a:xfrm>
            <a:off x="6231960" y="368208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67" name="PlaceHolder 4"/>
          <p:cNvSpPr>
            <a:spLocks noGrp="1"/>
          </p:cNvSpPr>
          <p:nvPr>
            <p:ph type="body"/>
          </p:nvPr>
        </p:nvSpPr>
        <p:spPr>
          <a:xfrm>
            <a:off x="609480" y="3682080"/>
            <a:ext cx="1097244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69" name="PlaceHolder 2"/>
          <p:cNvSpPr>
            <a:spLocks noGrp="1"/>
          </p:cNvSpPr>
          <p:nvPr>
            <p:ph type="body"/>
          </p:nvPr>
        </p:nvSpPr>
        <p:spPr>
          <a:xfrm>
            <a:off x="609480" y="1604520"/>
            <a:ext cx="1097244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70" name="PlaceHolder 3"/>
          <p:cNvSpPr>
            <a:spLocks noGrp="1"/>
          </p:cNvSpPr>
          <p:nvPr>
            <p:ph type="body"/>
          </p:nvPr>
        </p:nvSpPr>
        <p:spPr>
          <a:xfrm>
            <a:off x="609480" y="3682080"/>
            <a:ext cx="1097244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72" name="PlaceHolder 2"/>
          <p:cNvSpPr>
            <a:spLocks noGrp="1"/>
          </p:cNvSpPr>
          <p:nvPr>
            <p:ph type="body"/>
          </p:nvPr>
        </p:nvSpPr>
        <p:spPr>
          <a:xfrm>
            <a:off x="60948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73" name="PlaceHolder 3"/>
          <p:cNvSpPr>
            <a:spLocks noGrp="1"/>
          </p:cNvSpPr>
          <p:nvPr>
            <p:ph type="body"/>
          </p:nvPr>
        </p:nvSpPr>
        <p:spPr>
          <a:xfrm>
            <a:off x="623196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74" name="PlaceHolder 4"/>
          <p:cNvSpPr>
            <a:spLocks noGrp="1"/>
          </p:cNvSpPr>
          <p:nvPr>
            <p:ph type="body"/>
          </p:nvPr>
        </p:nvSpPr>
        <p:spPr>
          <a:xfrm>
            <a:off x="6231960" y="368208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75" name="PlaceHolder 5"/>
          <p:cNvSpPr>
            <a:spLocks noGrp="1"/>
          </p:cNvSpPr>
          <p:nvPr>
            <p:ph type="body"/>
          </p:nvPr>
        </p:nvSpPr>
        <p:spPr>
          <a:xfrm>
            <a:off x="609480" y="368208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77" name="PlaceHolder 2"/>
          <p:cNvSpPr>
            <a:spLocks noGrp="1"/>
          </p:cNvSpPr>
          <p:nvPr>
            <p:ph type="body"/>
          </p:nvPr>
        </p:nvSpPr>
        <p:spPr>
          <a:xfrm>
            <a:off x="609480" y="1604520"/>
            <a:ext cx="1097244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78" name="PlaceHolder 3"/>
          <p:cNvSpPr>
            <a:spLocks noGrp="1"/>
          </p:cNvSpPr>
          <p:nvPr>
            <p:ph type="body"/>
          </p:nvPr>
        </p:nvSpPr>
        <p:spPr>
          <a:xfrm>
            <a:off x="609480" y="1604520"/>
            <a:ext cx="1097244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pic>
        <p:nvPicPr>
          <p:cNvPr id="79" name="" descr=""/>
          <p:cNvPicPr/>
          <p:nvPr/>
        </p:nvPicPr>
        <p:blipFill>
          <a:blip r:embed="rId2"/>
          <a:stretch/>
        </p:blipFill>
        <p:spPr>
          <a:xfrm>
            <a:off x="3602880" y="1604520"/>
            <a:ext cx="4984920" cy="3977280"/>
          </a:xfrm>
          <a:prstGeom prst="rect">
            <a:avLst/>
          </a:prstGeom>
          <a:ln>
            <a:noFill/>
          </a:ln>
        </p:spPr>
      </p:pic>
      <p:pic>
        <p:nvPicPr>
          <p:cNvPr id="80" name="" descr=""/>
          <p:cNvPicPr/>
          <p:nvPr/>
        </p:nvPicPr>
        <p:blipFill>
          <a:blip r:embed="rId3"/>
          <a:stretch/>
        </p:blipFill>
        <p:spPr>
          <a:xfrm>
            <a:off x="3602880" y="1604520"/>
            <a:ext cx="4984920" cy="3977280"/>
          </a:xfrm>
          <a:prstGeom prst="rect">
            <a:avLst/>
          </a:prstGeom>
          <a:ln>
            <a:noFill/>
          </a:ln>
        </p:spPr>
      </p:pic>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88" name="PlaceHolder 2"/>
          <p:cNvSpPr>
            <a:spLocks noGrp="1"/>
          </p:cNvSpPr>
          <p:nvPr>
            <p:ph type="subTitle"/>
          </p:nvPr>
        </p:nvSpPr>
        <p:spPr>
          <a:xfrm>
            <a:off x="609480" y="1604520"/>
            <a:ext cx="10972440" cy="3977280"/>
          </a:xfrm>
          <a:prstGeom prst="rect">
            <a:avLst/>
          </a:prstGeom>
        </p:spPr>
        <p:txBody>
          <a:bodyPr lIns="0" rIns="0" tIns="0" bIns="0" anchor="ctr"/>
          <a:p>
            <a:pPr algn="ctr"/>
            <a:endParaRPr b="0" lang="en-IN" sz="3200" spc="-1" strike="noStrike">
              <a:solidFill>
                <a:srgbClr val="000000"/>
              </a:solidFill>
              <a:uFill>
                <a:solidFill>
                  <a:srgbClr val="ffffff"/>
                </a:solidFill>
              </a:u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90" name="PlaceHolder 2"/>
          <p:cNvSpPr>
            <a:spLocks noGrp="1"/>
          </p:cNvSpPr>
          <p:nvPr>
            <p:ph type="body"/>
          </p:nvPr>
        </p:nvSpPr>
        <p:spPr>
          <a:xfrm>
            <a:off x="609480" y="1604520"/>
            <a:ext cx="1097244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92" name="PlaceHolder 2"/>
          <p:cNvSpPr>
            <a:spLocks noGrp="1"/>
          </p:cNvSpPr>
          <p:nvPr>
            <p:ph type="body"/>
          </p:nvPr>
        </p:nvSpPr>
        <p:spPr>
          <a:xfrm>
            <a:off x="609480" y="1604520"/>
            <a:ext cx="535428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93" name="PlaceHolder 3"/>
          <p:cNvSpPr>
            <a:spLocks noGrp="1"/>
          </p:cNvSpPr>
          <p:nvPr>
            <p:ph type="body"/>
          </p:nvPr>
        </p:nvSpPr>
        <p:spPr>
          <a:xfrm>
            <a:off x="6231960" y="1604520"/>
            <a:ext cx="535428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576000" y="729720"/>
            <a:ext cx="11028960" cy="2743200"/>
          </a:xfrm>
          <a:prstGeom prst="rect">
            <a:avLst/>
          </a:prstGeom>
        </p:spPr>
        <p:txBody>
          <a:bodyPr lIns="0" rIns="0" tIns="0" bIns="0" anchor="ctr"/>
          <a:p>
            <a:pPr algn="ctr"/>
            <a:endParaRPr b="0" lang="en-IN" sz="3200" spc="-1" strike="noStrike">
              <a:solidFill>
                <a:srgbClr val="000000"/>
              </a:solidFill>
              <a:uFill>
                <a:solidFill>
                  <a:srgbClr val="ffffff"/>
                </a:solidFill>
              </a:u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97" name="PlaceHolder 2"/>
          <p:cNvSpPr>
            <a:spLocks noGrp="1"/>
          </p:cNvSpPr>
          <p:nvPr>
            <p:ph type="body"/>
          </p:nvPr>
        </p:nvSpPr>
        <p:spPr>
          <a:xfrm>
            <a:off x="60948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98" name="PlaceHolder 3"/>
          <p:cNvSpPr>
            <a:spLocks noGrp="1"/>
          </p:cNvSpPr>
          <p:nvPr>
            <p:ph type="body"/>
          </p:nvPr>
        </p:nvSpPr>
        <p:spPr>
          <a:xfrm>
            <a:off x="609480" y="368208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99" name="PlaceHolder 4"/>
          <p:cNvSpPr>
            <a:spLocks noGrp="1"/>
          </p:cNvSpPr>
          <p:nvPr>
            <p:ph type="body"/>
          </p:nvPr>
        </p:nvSpPr>
        <p:spPr>
          <a:xfrm>
            <a:off x="6231960" y="1604520"/>
            <a:ext cx="535428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101" name="PlaceHolder 2"/>
          <p:cNvSpPr>
            <a:spLocks noGrp="1"/>
          </p:cNvSpPr>
          <p:nvPr>
            <p:ph type="body"/>
          </p:nvPr>
        </p:nvSpPr>
        <p:spPr>
          <a:xfrm>
            <a:off x="609480" y="1604520"/>
            <a:ext cx="535428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102" name="PlaceHolder 3"/>
          <p:cNvSpPr>
            <a:spLocks noGrp="1"/>
          </p:cNvSpPr>
          <p:nvPr>
            <p:ph type="body"/>
          </p:nvPr>
        </p:nvSpPr>
        <p:spPr>
          <a:xfrm>
            <a:off x="623196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103" name="PlaceHolder 4"/>
          <p:cNvSpPr>
            <a:spLocks noGrp="1"/>
          </p:cNvSpPr>
          <p:nvPr>
            <p:ph type="body"/>
          </p:nvPr>
        </p:nvSpPr>
        <p:spPr>
          <a:xfrm>
            <a:off x="6231960" y="368208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105" name="PlaceHolder 2"/>
          <p:cNvSpPr>
            <a:spLocks noGrp="1"/>
          </p:cNvSpPr>
          <p:nvPr>
            <p:ph type="body"/>
          </p:nvPr>
        </p:nvSpPr>
        <p:spPr>
          <a:xfrm>
            <a:off x="60948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106" name="PlaceHolder 3"/>
          <p:cNvSpPr>
            <a:spLocks noGrp="1"/>
          </p:cNvSpPr>
          <p:nvPr>
            <p:ph type="body"/>
          </p:nvPr>
        </p:nvSpPr>
        <p:spPr>
          <a:xfrm>
            <a:off x="623196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107" name="PlaceHolder 4"/>
          <p:cNvSpPr>
            <a:spLocks noGrp="1"/>
          </p:cNvSpPr>
          <p:nvPr>
            <p:ph type="body"/>
          </p:nvPr>
        </p:nvSpPr>
        <p:spPr>
          <a:xfrm>
            <a:off x="609480" y="3682080"/>
            <a:ext cx="1097244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109" name="PlaceHolder 2"/>
          <p:cNvSpPr>
            <a:spLocks noGrp="1"/>
          </p:cNvSpPr>
          <p:nvPr>
            <p:ph type="body"/>
          </p:nvPr>
        </p:nvSpPr>
        <p:spPr>
          <a:xfrm>
            <a:off x="609480" y="1604520"/>
            <a:ext cx="1097244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110" name="PlaceHolder 3"/>
          <p:cNvSpPr>
            <a:spLocks noGrp="1"/>
          </p:cNvSpPr>
          <p:nvPr>
            <p:ph type="body"/>
          </p:nvPr>
        </p:nvSpPr>
        <p:spPr>
          <a:xfrm>
            <a:off x="609480" y="3682080"/>
            <a:ext cx="1097244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112" name="PlaceHolder 2"/>
          <p:cNvSpPr>
            <a:spLocks noGrp="1"/>
          </p:cNvSpPr>
          <p:nvPr>
            <p:ph type="body"/>
          </p:nvPr>
        </p:nvSpPr>
        <p:spPr>
          <a:xfrm>
            <a:off x="60948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113" name="PlaceHolder 3"/>
          <p:cNvSpPr>
            <a:spLocks noGrp="1"/>
          </p:cNvSpPr>
          <p:nvPr>
            <p:ph type="body"/>
          </p:nvPr>
        </p:nvSpPr>
        <p:spPr>
          <a:xfrm>
            <a:off x="6231960" y="160452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114" name="PlaceHolder 4"/>
          <p:cNvSpPr>
            <a:spLocks noGrp="1"/>
          </p:cNvSpPr>
          <p:nvPr>
            <p:ph type="body"/>
          </p:nvPr>
        </p:nvSpPr>
        <p:spPr>
          <a:xfrm>
            <a:off x="6231960" y="368208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115" name="PlaceHolder 5"/>
          <p:cNvSpPr>
            <a:spLocks noGrp="1"/>
          </p:cNvSpPr>
          <p:nvPr>
            <p:ph type="body"/>
          </p:nvPr>
        </p:nvSpPr>
        <p:spPr>
          <a:xfrm>
            <a:off x="609480" y="3682080"/>
            <a:ext cx="5354280" cy="189684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576000" y="712800"/>
            <a:ext cx="11028960" cy="62532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117" name="PlaceHolder 2"/>
          <p:cNvSpPr>
            <a:spLocks noGrp="1"/>
          </p:cNvSpPr>
          <p:nvPr>
            <p:ph type="body"/>
          </p:nvPr>
        </p:nvSpPr>
        <p:spPr>
          <a:xfrm>
            <a:off x="609480" y="1604520"/>
            <a:ext cx="1097244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sp>
        <p:nvSpPr>
          <p:cNvPr id="118" name="PlaceHolder 3"/>
          <p:cNvSpPr>
            <a:spLocks noGrp="1"/>
          </p:cNvSpPr>
          <p:nvPr>
            <p:ph type="body"/>
          </p:nvPr>
        </p:nvSpPr>
        <p:spPr>
          <a:xfrm>
            <a:off x="609480" y="1604520"/>
            <a:ext cx="10972440" cy="3977280"/>
          </a:xfrm>
          <a:prstGeom prst="rect">
            <a:avLst/>
          </a:prstGeom>
        </p:spPr>
        <p:txBody>
          <a:bodyPr lIns="0" rIns="0" tIns="0" bIns="0"/>
          <a:p>
            <a:endParaRPr b="0" lang="en-IN" sz="3200" spc="-1" strike="noStrike">
              <a:solidFill>
                <a:srgbClr val="000000"/>
              </a:solidFill>
              <a:uFill>
                <a:solidFill>
                  <a:srgbClr val="ffffff"/>
                </a:solidFill>
              </a:uFill>
              <a:latin typeface="Arial"/>
            </a:endParaRPr>
          </a:p>
        </p:txBody>
      </p:sp>
      <p:pic>
        <p:nvPicPr>
          <p:cNvPr id="119" name="" descr=""/>
          <p:cNvPicPr/>
          <p:nvPr/>
        </p:nvPicPr>
        <p:blipFill>
          <a:blip r:embed="rId2"/>
          <a:stretch/>
        </p:blipFill>
        <p:spPr>
          <a:xfrm>
            <a:off x="3602880" y="1604520"/>
            <a:ext cx="4984920" cy="3977280"/>
          </a:xfrm>
          <a:prstGeom prst="rect">
            <a:avLst/>
          </a:prstGeom>
          <a:ln>
            <a:noFill/>
          </a:ln>
        </p:spPr>
      </p:pic>
      <p:pic>
        <p:nvPicPr>
          <p:cNvPr id="120" name="" descr=""/>
          <p:cNvPicPr/>
          <p:nvPr/>
        </p:nvPicPr>
        <p:blipFill>
          <a:blip r:embed="rId3"/>
          <a:stretch/>
        </p:blipFill>
        <p:spPr>
          <a:xfrm>
            <a:off x="3602880" y="1604520"/>
            <a:ext cx="4984920" cy="3977280"/>
          </a:xfrm>
          <a:prstGeom prst="rect">
            <a:avLst/>
          </a:prstGeom>
          <a:ln>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4.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p:cNvSpPr/>
          <p:nvPr/>
        </p:nvSpPr>
        <p:spPr>
          <a:xfrm>
            <a:off x="446400" y="457200"/>
            <a:ext cx="3702600" cy="94320"/>
          </a:xfrm>
          <a:prstGeom prst="rect">
            <a:avLst/>
          </a:prstGeom>
          <a:solidFill>
            <a:srgbClr val="465359"/>
          </a:solidFill>
          <a:ln>
            <a:noFill/>
          </a:ln>
          <a:effectLst>
            <a:outerShdw blurRad="38100" dir="5400000" dist="254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1" name="CustomShape 2"/>
          <p:cNvSpPr/>
          <p:nvPr/>
        </p:nvSpPr>
        <p:spPr>
          <a:xfrm>
            <a:off x="8042040" y="453600"/>
            <a:ext cx="3702600" cy="97920"/>
          </a:xfrm>
          <a:prstGeom prst="rect">
            <a:avLst/>
          </a:prstGeom>
          <a:solidFill>
            <a:srgbClr val="969fa7"/>
          </a:solidFill>
          <a:ln>
            <a:noFill/>
          </a:ln>
          <a:effectLst>
            <a:outerShdw blurRad="38100" dir="5400000" dist="254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2" name="CustomShape 3"/>
          <p:cNvSpPr/>
          <p:nvPr/>
        </p:nvSpPr>
        <p:spPr>
          <a:xfrm>
            <a:off x="4241880" y="457200"/>
            <a:ext cx="3702600" cy="90720"/>
          </a:xfrm>
          <a:prstGeom prst="rect">
            <a:avLst/>
          </a:prstGeom>
          <a:solidFill>
            <a:schemeClr val="accent1"/>
          </a:solidFill>
          <a:ln>
            <a:noFill/>
          </a:ln>
          <a:effectLst>
            <a:outerShdw blurRad="38100" dir="5400000" dist="25400" rotWithShape="0">
              <a:srgbClr val="000000">
                <a:alpha val="55000"/>
              </a:srgbClr>
            </a:outerShdw>
          </a:effectLst>
        </p:spPr>
        <p:style>
          <a:lnRef idx="1">
            <a:schemeClr val="accent1"/>
          </a:lnRef>
          <a:fillRef idx="3">
            <a:schemeClr val="accent1"/>
          </a:fillRef>
          <a:effectRef idx="2">
            <a:schemeClr val="accent1"/>
          </a:effectRef>
          <a:fontRef idx="minor"/>
        </p:style>
      </p:sp>
      <p:pic>
        <p:nvPicPr>
          <p:cNvPr id="3" name="Picture 7" descr=""/>
          <p:cNvPicPr/>
          <p:nvPr/>
        </p:nvPicPr>
        <p:blipFill>
          <a:blip r:embed="rId2"/>
          <a:stretch/>
        </p:blipFill>
        <p:spPr>
          <a:xfrm>
            <a:off x="10485000" y="6437880"/>
            <a:ext cx="1125000" cy="364320"/>
          </a:xfrm>
          <a:prstGeom prst="rect">
            <a:avLst/>
          </a:prstGeom>
          <a:ln>
            <a:noFill/>
          </a:ln>
        </p:spPr>
      </p:pic>
      <p:sp>
        <p:nvSpPr>
          <p:cNvPr id="4" name="CustomShape 4"/>
          <p:cNvSpPr/>
          <p:nvPr/>
        </p:nvSpPr>
        <p:spPr>
          <a:xfrm>
            <a:off x="446400" y="3085920"/>
            <a:ext cx="11298240" cy="3337560"/>
          </a:xfrm>
          <a:prstGeom prst="rect">
            <a:avLst/>
          </a:prstGeom>
          <a:solidFill>
            <a:srgbClr val="465359"/>
          </a:solidFill>
          <a:ln>
            <a:noFill/>
          </a:ln>
          <a:effectLst>
            <a:outerShdw blurRad="38100" dir="5400000" dist="254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5" name="PlaceHolder 5"/>
          <p:cNvSpPr>
            <a:spLocks noGrp="1"/>
          </p:cNvSpPr>
          <p:nvPr>
            <p:ph type="title"/>
          </p:nvPr>
        </p:nvSpPr>
        <p:spPr>
          <a:xfrm>
            <a:off x="576000" y="729720"/>
            <a:ext cx="11028960" cy="59148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6" name="PlaceHolder 6"/>
          <p:cNvSpPr>
            <a:spLocks noGrp="1"/>
          </p:cNvSpPr>
          <p:nvPr>
            <p:ph type="body"/>
          </p:nvPr>
        </p:nvSpPr>
        <p:spPr>
          <a:xfrm>
            <a:off x="609480" y="1604520"/>
            <a:ext cx="10972440" cy="3977280"/>
          </a:xfrm>
          <a:prstGeom prst="rect">
            <a:avLst/>
          </a:prstGeom>
        </p:spPr>
        <p:txBody>
          <a:bodyPr lIns="0" rIns="0" tIns="0" bIns="0"/>
          <a:p>
            <a:pPr marL="432000" indent="-324000">
              <a:buClr>
                <a:srgbClr val="000000"/>
              </a:buClr>
              <a:buSzPct val="45000"/>
              <a:buFont typeface="Wingdings" charset="2"/>
              <a:buChar char=""/>
            </a:pPr>
            <a:r>
              <a:rPr b="0" lang="en-IN" sz="3200" spc="-1" strike="noStrike">
                <a:solidFill>
                  <a:srgbClr val="000000"/>
                </a:solidFill>
                <a:uFill>
                  <a:solidFill>
                    <a:srgbClr val="ffffff"/>
                  </a:solidFill>
                </a:uFill>
                <a:latin typeface="Arial"/>
              </a:rPr>
              <a:t>Click to edit the outline text format</a:t>
            </a:r>
            <a:endParaRPr b="0" lang="en-IN" sz="3200" spc="-1" strike="noStrike">
              <a:solidFill>
                <a:srgbClr val="000000"/>
              </a:solidFill>
              <a:uFill>
                <a:solidFill>
                  <a:srgbClr val="ffffff"/>
                </a:solidFill>
              </a:uFill>
              <a:latin typeface="Arial"/>
            </a:endParaRPr>
          </a:p>
          <a:p>
            <a:pPr lvl="1" marL="864000" indent="-324000">
              <a:buClr>
                <a:srgbClr val="000000"/>
              </a:buClr>
              <a:buSzPct val="75000"/>
              <a:buFont typeface="Symbol" charset="2"/>
              <a:buChar char=""/>
            </a:pPr>
            <a:r>
              <a:rPr b="0" lang="en-IN" sz="2800" spc="-1" strike="noStrike">
                <a:solidFill>
                  <a:srgbClr val="000000"/>
                </a:solidFill>
                <a:uFill>
                  <a:solidFill>
                    <a:srgbClr val="ffffff"/>
                  </a:solidFill>
                </a:uFill>
                <a:latin typeface="Arial"/>
              </a:rPr>
              <a:t>Second Outline Level</a:t>
            </a:r>
            <a:endParaRPr b="0" lang="en-IN" sz="2800" spc="-1" strike="noStrike">
              <a:solidFill>
                <a:srgbClr val="000000"/>
              </a:solidFill>
              <a:uFill>
                <a:solidFill>
                  <a:srgbClr val="ffffff"/>
                </a:solidFill>
              </a:uFill>
              <a:latin typeface="Arial"/>
            </a:endParaRPr>
          </a:p>
          <a:p>
            <a:pPr lvl="2" marL="1296000" indent="-288000">
              <a:buClr>
                <a:srgbClr val="000000"/>
              </a:buClr>
              <a:buSzPct val="45000"/>
              <a:buFont typeface="Wingdings" charset="2"/>
              <a:buChar char=""/>
            </a:pPr>
            <a:r>
              <a:rPr b="0" lang="en-IN" sz="2400" spc="-1" strike="noStrike">
                <a:solidFill>
                  <a:srgbClr val="000000"/>
                </a:solidFill>
                <a:uFill>
                  <a:solidFill>
                    <a:srgbClr val="ffffff"/>
                  </a:solidFill>
                </a:uFill>
                <a:latin typeface="Arial"/>
              </a:rPr>
              <a:t>Third Outline Level</a:t>
            </a:r>
            <a:endParaRPr b="0" lang="en-IN" sz="2400" spc="-1" strike="noStrike">
              <a:solidFill>
                <a:srgbClr val="000000"/>
              </a:solidFill>
              <a:uFill>
                <a:solidFill>
                  <a:srgbClr val="ffffff"/>
                </a:solidFill>
              </a:uFill>
              <a:latin typeface="Arial"/>
            </a:endParaRPr>
          </a:p>
          <a:p>
            <a:pPr lvl="3" marL="1728000" indent="-216000">
              <a:buClr>
                <a:srgbClr val="000000"/>
              </a:buClr>
              <a:buSzPct val="75000"/>
              <a:buFont typeface="Symbol" charset="2"/>
              <a:buChar char=""/>
            </a:pPr>
            <a:r>
              <a:rPr b="0" lang="en-IN" sz="2000" spc="-1" strike="noStrike">
                <a:solidFill>
                  <a:srgbClr val="000000"/>
                </a:solidFill>
                <a:uFill>
                  <a:solidFill>
                    <a:srgbClr val="ffffff"/>
                  </a:solidFill>
                </a:uFill>
                <a:latin typeface="Arial"/>
              </a:rPr>
              <a:t>Fourth Outline Level</a:t>
            </a:r>
            <a:endParaRPr b="0" lang="en-IN" sz="2000" spc="-1" strike="noStrike">
              <a:solidFill>
                <a:srgbClr val="000000"/>
              </a:solidFill>
              <a:uFill>
                <a:solidFill>
                  <a:srgbClr val="ffffff"/>
                </a:solidFill>
              </a:uFill>
              <a:latin typeface="Arial"/>
            </a:endParaRPr>
          </a:p>
          <a:p>
            <a:pPr lvl="4" marL="2160000" indent="-216000">
              <a:buClr>
                <a:srgbClr val="000000"/>
              </a:buClr>
              <a:buSzPct val="45000"/>
              <a:buFont typeface="Wingdings" charset="2"/>
              <a:buChar char=""/>
            </a:pPr>
            <a:r>
              <a:rPr b="0" lang="en-IN" sz="2000" spc="-1" strike="noStrike">
                <a:solidFill>
                  <a:srgbClr val="000000"/>
                </a:solidFill>
                <a:uFill>
                  <a:solidFill>
                    <a:srgbClr val="ffffff"/>
                  </a:solidFill>
                </a:uFill>
                <a:latin typeface="Arial"/>
              </a:rPr>
              <a:t>Fifth Outline Level</a:t>
            </a:r>
            <a:endParaRPr b="0" lang="en-IN" sz="2000" spc="-1" strike="noStrike">
              <a:solidFill>
                <a:srgbClr val="000000"/>
              </a:solidFill>
              <a:uFill>
                <a:solidFill>
                  <a:srgbClr val="ffffff"/>
                </a:solidFill>
              </a:uFill>
              <a:latin typeface="Arial"/>
            </a:endParaRPr>
          </a:p>
          <a:p>
            <a:pPr lvl="5" marL="2592000" indent="-216000">
              <a:buClr>
                <a:srgbClr val="000000"/>
              </a:buClr>
              <a:buSzPct val="45000"/>
              <a:buFont typeface="Wingdings" charset="2"/>
              <a:buChar char=""/>
            </a:pPr>
            <a:r>
              <a:rPr b="0" lang="en-IN" sz="2000" spc="-1" strike="noStrike">
                <a:solidFill>
                  <a:srgbClr val="000000"/>
                </a:solidFill>
                <a:uFill>
                  <a:solidFill>
                    <a:srgbClr val="ffffff"/>
                  </a:solidFill>
                </a:uFill>
                <a:latin typeface="Arial"/>
              </a:rPr>
              <a:t>Sixth Outline Level</a:t>
            </a:r>
            <a:endParaRPr b="0" lang="en-IN" sz="2000" spc="-1" strike="noStrike">
              <a:solidFill>
                <a:srgbClr val="000000"/>
              </a:solidFill>
              <a:uFill>
                <a:solidFill>
                  <a:srgbClr val="ffffff"/>
                </a:solidFill>
              </a:uFill>
              <a:latin typeface="Arial"/>
            </a:endParaRPr>
          </a:p>
          <a:p>
            <a:pPr lvl="6" marL="3024000" indent="-216000">
              <a:buClr>
                <a:srgbClr val="000000"/>
              </a:buClr>
              <a:buSzPct val="45000"/>
              <a:buFont typeface="Wingdings" charset="2"/>
              <a:buChar char=""/>
            </a:pPr>
            <a:r>
              <a:rPr b="0" lang="en-IN" sz="2000" spc="-1" strike="noStrike">
                <a:solidFill>
                  <a:srgbClr val="000000"/>
                </a:solidFill>
                <a:uFill>
                  <a:solidFill>
                    <a:srgbClr val="ffffff"/>
                  </a:solidFill>
                </a:uFill>
                <a:latin typeface="Arial"/>
              </a:rPr>
              <a:t>Seventh Outline Level</a:t>
            </a:r>
            <a:endParaRPr b="0" lang="en-IN"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CustomShape 1"/>
          <p:cNvSpPr/>
          <p:nvPr/>
        </p:nvSpPr>
        <p:spPr>
          <a:xfrm>
            <a:off x="446400" y="457200"/>
            <a:ext cx="3702600" cy="94320"/>
          </a:xfrm>
          <a:prstGeom prst="rect">
            <a:avLst/>
          </a:prstGeom>
          <a:solidFill>
            <a:srgbClr val="465359"/>
          </a:solidFill>
          <a:ln>
            <a:noFill/>
          </a:ln>
          <a:effectLst>
            <a:outerShdw blurRad="38100" dir="5400000" dist="254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42" name="CustomShape 2"/>
          <p:cNvSpPr/>
          <p:nvPr/>
        </p:nvSpPr>
        <p:spPr>
          <a:xfrm>
            <a:off x="8042040" y="453600"/>
            <a:ext cx="3702600" cy="97920"/>
          </a:xfrm>
          <a:prstGeom prst="rect">
            <a:avLst/>
          </a:prstGeom>
          <a:solidFill>
            <a:srgbClr val="969fa7"/>
          </a:solidFill>
          <a:ln>
            <a:noFill/>
          </a:ln>
          <a:effectLst>
            <a:outerShdw blurRad="38100" dir="5400000" dist="254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43" name="CustomShape 3"/>
          <p:cNvSpPr/>
          <p:nvPr/>
        </p:nvSpPr>
        <p:spPr>
          <a:xfrm>
            <a:off x="4241880" y="457200"/>
            <a:ext cx="3702600" cy="90720"/>
          </a:xfrm>
          <a:prstGeom prst="rect">
            <a:avLst/>
          </a:prstGeom>
          <a:solidFill>
            <a:schemeClr val="accent1"/>
          </a:solidFill>
          <a:ln>
            <a:noFill/>
          </a:ln>
          <a:effectLst>
            <a:outerShdw blurRad="38100" dir="5400000" dist="25400" rotWithShape="0">
              <a:srgbClr val="000000">
                <a:alpha val="55000"/>
              </a:srgbClr>
            </a:outerShdw>
          </a:effectLst>
        </p:spPr>
        <p:style>
          <a:lnRef idx="1">
            <a:schemeClr val="accent1"/>
          </a:lnRef>
          <a:fillRef idx="3">
            <a:schemeClr val="accent1"/>
          </a:fillRef>
          <a:effectRef idx="2">
            <a:schemeClr val="accent1"/>
          </a:effectRef>
          <a:fontRef idx="minor"/>
        </p:style>
      </p:sp>
      <p:pic>
        <p:nvPicPr>
          <p:cNvPr id="44" name="Picture 7" descr=""/>
          <p:cNvPicPr/>
          <p:nvPr/>
        </p:nvPicPr>
        <p:blipFill>
          <a:blip r:embed="rId2"/>
          <a:stretch/>
        </p:blipFill>
        <p:spPr>
          <a:xfrm>
            <a:off x="10485000" y="6437880"/>
            <a:ext cx="1125000" cy="364320"/>
          </a:xfrm>
          <a:prstGeom prst="rect">
            <a:avLst/>
          </a:prstGeom>
          <a:ln>
            <a:noFill/>
          </a:ln>
        </p:spPr>
      </p:pic>
      <p:sp>
        <p:nvSpPr>
          <p:cNvPr id="45" name="PlaceHolder 4"/>
          <p:cNvSpPr>
            <a:spLocks noGrp="1"/>
          </p:cNvSpPr>
          <p:nvPr>
            <p:ph type="title"/>
          </p:nvPr>
        </p:nvSpPr>
        <p:spPr>
          <a:xfrm>
            <a:off x="609480" y="273600"/>
            <a:ext cx="10972440" cy="1144800"/>
          </a:xfrm>
          <a:prstGeom prst="rect">
            <a:avLst/>
          </a:prstGeom>
        </p:spPr>
        <p:txBody>
          <a:bodyPr lIns="0" rIns="0" tIns="0" bIns="0" anchor="ctr"/>
          <a:p>
            <a:pPr algn="ctr"/>
            <a:r>
              <a:rPr b="0" lang="en-IN" sz="4400" spc="-1" strike="noStrike">
                <a:solidFill>
                  <a:srgbClr val="000000"/>
                </a:solidFill>
                <a:uFill>
                  <a:solidFill>
                    <a:srgbClr val="ffffff"/>
                  </a:solidFill>
                </a:uFill>
                <a:latin typeface="Arial"/>
              </a:rPr>
              <a:t>Click to edit the title text format</a:t>
            </a:r>
            <a:endParaRPr b="0" lang="en-IN" sz="4400" spc="-1" strike="noStrike">
              <a:solidFill>
                <a:srgbClr val="000000"/>
              </a:solidFill>
              <a:uFill>
                <a:solidFill>
                  <a:srgbClr val="ffffff"/>
                </a:solidFill>
              </a:uFill>
              <a:latin typeface="Arial"/>
            </a:endParaRPr>
          </a:p>
        </p:txBody>
      </p:sp>
      <p:sp>
        <p:nvSpPr>
          <p:cNvPr id="46" name="PlaceHolder 5"/>
          <p:cNvSpPr>
            <a:spLocks noGrp="1"/>
          </p:cNvSpPr>
          <p:nvPr>
            <p:ph type="body"/>
          </p:nvPr>
        </p:nvSpPr>
        <p:spPr>
          <a:xfrm>
            <a:off x="609480" y="1604520"/>
            <a:ext cx="10972440" cy="3977280"/>
          </a:xfrm>
          <a:prstGeom prst="rect">
            <a:avLst/>
          </a:prstGeom>
        </p:spPr>
        <p:txBody>
          <a:bodyPr lIns="0" rIns="0" tIns="0" bIns="0"/>
          <a:p>
            <a:pPr marL="432000" indent="-324000">
              <a:buClr>
                <a:srgbClr val="000000"/>
              </a:buClr>
              <a:buSzPct val="45000"/>
              <a:buFont typeface="Wingdings" charset="2"/>
              <a:buChar char=""/>
            </a:pPr>
            <a:r>
              <a:rPr b="0" lang="en-IN" sz="3200" spc="-1" strike="noStrike">
                <a:solidFill>
                  <a:srgbClr val="000000"/>
                </a:solidFill>
                <a:uFill>
                  <a:solidFill>
                    <a:srgbClr val="ffffff"/>
                  </a:solidFill>
                </a:uFill>
                <a:latin typeface="Arial"/>
              </a:rPr>
              <a:t>Click to edit the outline text format</a:t>
            </a:r>
            <a:endParaRPr b="0" lang="en-IN" sz="3200" spc="-1" strike="noStrike">
              <a:solidFill>
                <a:srgbClr val="000000"/>
              </a:solidFill>
              <a:uFill>
                <a:solidFill>
                  <a:srgbClr val="ffffff"/>
                </a:solidFill>
              </a:uFill>
              <a:latin typeface="Arial"/>
            </a:endParaRPr>
          </a:p>
          <a:p>
            <a:pPr lvl="1" marL="864000" indent="-324000">
              <a:buClr>
                <a:srgbClr val="000000"/>
              </a:buClr>
              <a:buSzPct val="75000"/>
              <a:buFont typeface="Symbol" charset="2"/>
              <a:buChar char=""/>
            </a:pPr>
            <a:r>
              <a:rPr b="0" lang="en-IN" sz="2800" spc="-1" strike="noStrike">
                <a:solidFill>
                  <a:srgbClr val="000000"/>
                </a:solidFill>
                <a:uFill>
                  <a:solidFill>
                    <a:srgbClr val="ffffff"/>
                  </a:solidFill>
                </a:uFill>
                <a:latin typeface="Arial"/>
              </a:rPr>
              <a:t>Second Outline Level</a:t>
            </a:r>
            <a:endParaRPr b="0" lang="en-IN" sz="2800" spc="-1" strike="noStrike">
              <a:solidFill>
                <a:srgbClr val="000000"/>
              </a:solidFill>
              <a:uFill>
                <a:solidFill>
                  <a:srgbClr val="ffffff"/>
                </a:solidFill>
              </a:uFill>
              <a:latin typeface="Arial"/>
            </a:endParaRPr>
          </a:p>
          <a:p>
            <a:pPr lvl="2" marL="1296000" indent="-288000">
              <a:buClr>
                <a:srgbClr val="000000"/>
              </a:buClr>
              <a:buSzPct val="45000"/>
              <a:buFont typeface="Wingdings" charset="2"/>
              <a:buChar char=""/>
            </a:pPr>
            <a:r>
              <a:rPr b="0" lang="en-IN" sz="2400" spc="-1" strike="noStrike">
                <a:solidFill>
                  <a:srgbClr val="000000"/>
                </a:solidFill>
                <a:uFill>
                  <a:solidFill>
                    <a:srgbClr val="ffffff"/>
                  </a:solidFill>
                </a:uFill>
                <a:latin typeface="Arial"/>
              </a:rPr>
              <a:t>Third Outline Level</a:t>
            </a:r>
            <a:endParaRPr b="0" lang="en-IN" sz="2400" spc="-1" strike="noStrike">
              <a:solidFill>
                <a:srgbClr val="000000"/>
              </a:solidFill>
              <a:uFill>
                <a:solidFill>
                  <a:srgbClr val="ffffff"/>
                </a:solidFill>
              </a:uFill>
              <a:latin typeface="Arial"/>
            </a:endParaRPr>
          </a:p>
          <a:p>
            <a:pPr lvl="3" marL="1728000" indent="-216000">
              <a:buClr>
                <a:srgbClr val="000000"/>
              </a:buClr>
              <a:buSzPct val="75000"/>
              <a:buFont typeface="Symbol" charset="2"/>
              <a:buChar char=""/>
            </a:pPr>
            <a:r>
              <a:rPr b="0" lang="en-IN" sz="2000" spc="-1" strike="noStrike">
                <a:solidFill>
                  <a:srgbClr val="000000"/>
                </a:solidFill>
                <a:uFill>
                  <a:solidFill>
                    <a:srgbClr val="ffffff"/>
                  </a:solidFill>
                </a:uFill>
                <a:latin typeface="Arial"/>
              </a:rPr>
              <a:t>Fourth Outline Level</a:t>
            </a:r>
            <a:endParaRPr b="0" lang="en-IN" sz="2000" spc="-1" strike="noStrike">
              <a:solidFill>
                <a:srgbClr val="000000"/>
              </a:solidFill>
              <a:uFill>
                <a:solidFill>
                  <a:srgbClr val="ffffff"/>
                </a:solidFill>
              </a:uFill>
              <a:latin typeface="Arial"/>
            </a:endParaRPr>
          </a:p>
          <a:p>
            <a:pPr lvl="4" marL="2160000" indent="-216000">
              <a:buClr>
                <a:srgbClr val="000000"/>
              </a:buClr>
              <a:buSzPct val="45000"/>
              <a:buFont typeface="Wingdings" charset="2"/>
              <a:buChar char=""/>
            </a:pPr>
            <a:r>
              <a:rPr b="0" lang="en-IN" sz="2000" spc="-1" strike="noStrike">
                <a:solidFill>
                  <a:srgbClr val="000000"/>
                </a:solidFill>
                <a:uFill>
                  <a:solidFill>
                    <a:srgbClr val="ffffff"/>
                  </a:solidFill>
                </a:uFill>
                <a:latin typeface="Arial"/>
              </a:rPr>
              <a:t>Fifth Outline Level</a:t>
            </a:r>
            <a:endParaRPr b="0" lang="en-IN" sz="2000" spc="-1" strike="noStrike">
              <a:solidFill>
                <a:srgbClr val="000000"/>
              </a:solidFill>
              <a:uFill>
                <a:solidFill>
                  <a:srgbClr val="ffffff"/>
                </a:solidFill>
              </a:uFill>
              <a:latin typeface="Arial"/>
            </a:endParaRPr>
          </a:p>
          <a:p>
            <a:pPr lvl="5" marL="2592000" indent="-216000">
              <a:buClr>
                <a:srgbClr val="000000"/>
              </a:buClr>
              <a:buSzPct val="45000"/>
              <a:buFont typeface="Wingdings" charset="2"/>
              <a:buChar char=""/>
            </a:pPr>
            <a:r>
              <a:rPr b="0" lang="en-IN" sz="2000" spc="-1" strike="noStrike">
                <a:solidFill>
                  <a:srgbClr val="000000"/>
                </a:solidFill>
                <a:uFill>
                  <a:solidFill>
                    <a:srgbClr val="ffffff"/>
                  </a:solidFill>
                </a:uFill>
                <a:latin typeface="Arial"/>
              </a:rPr>
              <a:t>Sixth Outline Level</a:t>
            </a:r>
            <a:endParaRPr b="0" lang="en-IN" sz="2000" spc="-1" strike="noStrike">
              <a:solidFill>
                <a:srgbClr val="000000"/>
              </a:solidFill>
              <a:uFill>
                <a:solidFill>
                  <a:srgbClr val="ffffff"/>
                </a:solidFill>
              </a:uFill>
              <a:latin typeface="Arial"/>
            </a:endParaRPr>
          </a:p>
          <a:p>
            <a:pPr lvl="6" marL="3024000" indent="-216000">
              <a:buClr>
                <a:srgbClr val="000000"/>
              </a:buClr>
              <a:buSzPct val="45000"/>
              <a:buFont typeface="Wingdings" charset="2"/>
              <a:buChar char=""/>
            </a:pPr>
            <a:r>
              <a:rPr b="0" lang="en-IN" sz="2000" spc="-1" strike="noStrike">
                <a:solidFill>
                  <a:srgbClr val="000000"/>
                </a:solidFill>
                <a:uFill>
                  <a:solidFill>
                    <a:srgbClr val="ffffff"/>
                  </a:solidFill>
                </a:uFill>
                <a:latin typeface="Arial"/>
              </a:rPr>
              <a:t>Seventh Outline Level</a:t>
            </a:r>
            <a:endParaRPr b="0" lang="en-IN"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CustomShape 1"/>
          <p:cNvSpPr/>
          <p:nvPr/>
        </p:nvSpPr>
        <p:spPr>
          <a:xfrm>
            <a:off x="446400" y="457200"/>
            <a:ext cx="3702600" cy="94320"/>
          </a:xfrm>
          <a:prstGeom prst="rect">
            <a:avLst/>
          </a:prstGeom>
          <a:solidFill>
            <a:srgbClr val="465359"/>
          </a:solidFill>
          <a:ln>
            <a:noFill/>
          </a:ln>
          <a:effectLst>
            <a:outerShdw blurRad="38100" dir="5400000" dist="254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82" name="CustomShape 2"/>
          <p:cNvSpPr/>
          <p:nvPr/>
        </p:nvSpPr>
        <p:spPr>
          <a:xfrm>
            <a:off x="8042040" y="453600"/>
            <a:ext cx="3702600" cy="97920"/>
          </a:xfrm>
          <a:prstGeom prst="rect">
            <a:avLst/>
          </a:prstGeom>
          <a:solidFill>
            <a:srgbClr val="969fa7"/>
          </a:solidFill>
          <a:ln>
            <a:noFill/>
          </a:ln>
          <a:effectLst>
            <a:outerShdw blurRad="38100" dir="5400000" dist="25400" rotWithShape="0">
              <a:srgbClr val="000000">
                <a:alpha val="55000"/>
              </a:srgbClr>
            </a:outerShdw>
          </a:effectLst>
        </p:spPr>
        <p:style>
          <a:lnRef idx="1">
            <a:schemeClr val="accent1"/>
          </a:lnRef>
          <a:fillRef idx="3">
            <a:schemeClr val="accent1"/>
          </a:fillRef>
          <a:effectRef idx="2">
            <a:schemeClr val="accent1"/>
          </a:effectRef>
          <a:fontRef idx="minor"/>
        </p:style>
      </p:sp>
      <p:sp>
        <p:nvSpPr>
          <p:cNvPr id="83" name="CustomShape 3"/>
          <p:cNvSpPr/>
          <p:nvPr/>
        </p:nvSpPr>
        <p:spPr>
          <a:xfrm>
            <a:off x="4241880" y="457200"/>
            <a:ext cx="3702600" cy="90720"/>
          </a:xfrm>
          <a:prstGeom prst="rect">
            <a:avLst/>
          </a:prstGeom>
          <a:solidFill>
            <a:schemeClr val="accent1"/>
          </a:solidFill>
          <a:ln>
            <a:noFill/>
          </a:ln>
          <a:effectLst>
            <a:outerShdw blurRad="38100" dir="5400000" dist="25400" rotWithShape="0">
              <a:srgbClr val="000000">
                <a:alpha val="55000"/>
              </a:srgbClr>
            </a:outerShdw>
          </a:effectLst>
        </p:spPr>
        <p:style>
          <a:lnRef idx="1">
            <a:schemeClr val="accent1"/>
          </a:lnRef>
          <a:fillRef idx="3">
            <a:schemeClr val="accent1"/>
          </a:fillRef>
          <a:effectRef idx="2">
            <a:schemeClr val="accent1"/>
          </a:effectRef>
          <a:fontRef idx="minor"/>
        </p:style>
      </p:sp>
      <p:pic>
        <p:nvPicPr>
          <p:cNvPr id="84" name="Picture 7" descr=""/>
          <p:cNvPicPr/>
          <p:nvPr/>
        </p:nvPicPr>
        <p:blipFill>
          <a:blip r:embed="rId2"/>
          <a:stretch/>
        </p:blipFill>
        <p:spPr>
          <a:xfrm>
            <a:off x="10485000" y="6437880"/>
            <a:ext cx="1125000" cy="364320"/>
          </a:xfrm>
          <a:prstGeom prst="rect">
            <a:avLst/>
          </a:prstGeom>
          <a:ln>
            <a:noFill/>
          </a:ln>
        </p:spPr>
      </p:pic>
      <p:sp>
        <p:nvSpPr>
          <p:cNvPr id="85" name="PlaceHolder 4"/>
          <p:cNvSpPr>
            <a:spLocks noGrp="1"/>
          </p:cNvSpPr>
          <p:nvPr>
            <p:ph type="title"/>
          </p:nvPr>
        </p:nvSpPr>
        <p:spPr>
          <a:xfrm>
            <a:off x="576000" y="729720"/>
            <a:ext cx="11028960" cy="591480"/>
          </a:xfrm>
          <a:prstGeom prst="rect">
            <a:avLst/>
          </a:prstGeom>
        </p:spPr>
        <p:txBody>
          <a:bodyPr lIns="0" rIns="0" tIns="0" bIns="0" anchor="ctr"/>
          <a:p>
            <a:pPr algn="ctr"/>
            <a:endParaRPr b="0" lang="en-IN" sz="4400" spc="-1" strike="noStrike">
              <a:solidFill>
                <a:srgbClr val="000000"/>
              </a:solidFill>
              <a:uFill>
                <a:solidFill>
                  <a:srgbClr val="ffffff"/>
                </a:solidFill>
              </a:uFill>
              <a:latin typeface="Arial"/>
            </a:endParaRPr>
          </a:p>
        </p:txBody>
      </p:sp>
      <p:sp>
        <p:nvSpPr>
          <p:cNvPr id="86" name="PlaceHolder 5"/>
          <p:cNvSpPr>
            <a:spLocks noGrp="1"/>
          </p:cNvSpPr>
          <p:nvPr>
            <p:ph type="body"/>
          </p:nvPr>
        </p:nvSpPr>
        <p:spPr>
          <a:xfrm>
            <a:off x="609480" y="1604520"/>
            <a:ext cx="10972440" cy="3977280"/>
          </a:xfrm>
          <a:prstGeom prst="rect">
            <a:avLst/>
          </a:prstGeom>
        </p:spPr>
        <p:txBody>
          <a:bodyPr lIns="0" rIns="0" tIns="0" bIns="0"/>
          <a:p>
            <a:pPr marL="432000" indent="-324000">
              <a:buClr>
                <a:srgbClr val="000000"/>
              </a:buClr>
              <a:buSzPct val="45000"/>
              <a:buFont typeface="Wingdings" charset="2"/>
              <a:buChar char=""/>
            </a:pPr>
            <a:r>
              <a:rPr b="0" lang="en-IN" sz="3200" spc="-1" strike="noStrike">
                <a:solidFill>
                  <a:srgbClr val="000000"/>
                </a:solidFill>
                <a:uFill>
                  <a:solidFill>
                    <a:srgbClr val="ffffff"/>
                  </a:solidFill>
                </a:uFill>
                <a:latin typeface="Arial"/>
              </a:rPr>
              <a:t>Click to edit the outline text format</a:t>
            </a:r>
            <a:endParaRPr b="0" lang="en-IN" sz="3200" spc="-1" strike="noStrike">
              <a:solidFill>
                <a:srgbClr val="000000"/>
              </a:solidFill>
              <a:uFill>
                <a:solidFill>
                  <a:srgbClr val="ffffff"/>
                </a:solidFill>
              </a:uFill>
              <a:latin typeface="Arial"/>
            </a:endParaRPr>
          </a:p>
          <a:p>
            <a:pPr lvl="1" marL="864000" indent="-324000">
              <a:buClr>
                <a:srgbClr val="000000"/>
              </a:buClr>
              <a:buSzPct val="75000"/>
              <a:buFont typeface="Symbol" charset="2"/>
              <a:buChar char=""/>
            </a:pPr>
            <a:r>
              <a:rPr b="0" lang="en-IN" sz="2800" spc="-1" strike="noStrike">
                <a:solidFill>
                  <a:srgbClr val="000000"/>
                </a:solidFill>
                <a:uFill>
                  <a:solidFill>
                    <a:srgbClr val="ffffff"/>
                  </a:solidFill>
                </a:uFill>
                <a:latin typeface="Arial"/>
              </a:rPr>
              <a:t>Second Outline Level</a:t>
            </a:r>
            <a:endParaRPr b="0" lang="en-IN" sz="2800" spc="-1" strike="noStrike">
              <a:solidFill>
                <a:srgbClr val="000000"/>
              </a:solidFill>
              <a:uFill>
                <a:solidFill>
                  <a:srgbClr val="ffffff"/>
                </a:solidFill>
              </a:uFill>
              <a:latin typeface="Arial"/>
            </a:endParaRPr>
          </a:p>
          <a:p>
            <a:pPr lvl="2" marL="1296000" indent="-288000">
              <a:buClr>
                <a:srgbClr val="000000"/>
              </a:buClr>
              <a:buSzPct val="45000"/>
              <a:buFont typeface="Wingdings" charset="2"/>
              <a:buChar char=""/>
            </a:pPr>
            <a:r>
              <a:rPr b="0" lang="en-IN" sz="2400" spc="-1" strike="noStrike">
                <a:solidFill>
                  <a:srgbClr val="000000"/>
                </a:solidFill>
                <a:uFill>
                  <a:solidFill>
                    <a:srgbClr val="ffffff"/>
                  </a:solidFill>
                </a:uFill>
                <a:latin typeface="Arial"/>
              </a:rPr>
              <a:t>Third Outline Level</a:t>
            </a:r>
            <a:endParaRPr b="0" lang="en-IN" sz="2400" spc="-1" strike="noStrike">
              <a:solidFill>
                <a:srgbClr val="000000"/>
              </a:solidFill>
              <a:uFill>
                <a:solidFill>
                  <a:srgbClr val="ffffff"/>
                </a:solidFill>
              </a:uFill>
              <a:latin typeface="Arial"/>
            </a:endParaRPr>
          </a:p>
          <a:p>
            <a:pPr lvl="3" marL="1728000" indent="-216000">
              <a:buClr>
                <a:srgbClr val="000000"/>
              </a:buClr>
              <a:buSzPct val="75000"/>
              <a:buFont typeface="Symbol" charset="2"/>
              <a:buChar char=""/>
            </a:pPr>
            <a:r>
              <a:rPr b="0" lang="en-IN" sz="2000" spc="-1" strike="noStrike">
                <a:solidFill>
                  <a:srgbClr val="000000"/>
                </a:solidFill>
                <a:uFill>
                  <a:solidFill>
                    <a:srgbClr val="ffffff"/>
                  </a:solidFill>
                </a:uFill>
                <a:latin typeface="Arial"/>
              </a:rPr>
              <a:t>Fourth Outline Level</a:t>
            </a:r>
            <a:endParaRPr b="0" lang="en-IN" sz="2000" spc="-1" strike="noStrike">
              <a:solidFill>
                <a:srgbClr val="000000"/>
              </a:solidFill>
              <a:uFill>
                <a:solidFill>
                  <a:srgbClr val="ffffff"/>
                </a:solidFill>
              </a:uFill>
              <a:latin typeface="Arial"/>
            </a:endParaRPr>
          </a:p>
          <a:p>
            <a:pPr lvl="4" marL="2160000" indent="-216000">
              <a:buClr>
                <a:srgbClr val="000000"/>
              </a:buClr>
              <a:buSzPct val="45000"/>
              <a:buFont typeface="Wingdings" charset="2"/>
              <a:buChar char=""/>
            </a:pPr>
            <a:r>
              <a:rPr b="0" lang="en-IN" sz="2000" spc="-1" strike="noStrike">
                <a:solidFill>
                  <a:srgbClr val="000000"/>
                </a:solidFill>
                <a:uFill>
                  <a:solidFill>
                    <a:srgbClr val="ffffff"/>
                  </a:solidFill>
                </a:uFill>
                <a:latin typeface="Arial"/>
              </a:rPr>
              <a:t>Fifth Outline Level</a:t>
            </a:r>
            <a:endParaRPr b="0" lang="en-IN" sz="2000" spc="-1" strike="noStrike">
              <a:solidFill>
                <a:srgbClr val="000000"/>
              </a:solidFill>
              <a:uFill>
                <a:solidFill>
                  <a:srgbClr val="ffffff"/>
                </a:solidFill>
              </a:uFill>
              <a:latin typeface="Arial"/>
            </a:endParaRPr>
          </a:p>
          <a:p>
            <a:pPr lvl="5" marL="2592000" indent="-216000">
              <a:buClr>
                <a:srgbClr val="000000"/>
              </a:buClr>
              <a:buSzPct val="45000"/>
              <a:buFont typeface="Wingdings" charset="2"/>
              <a:buChar char=""/>
            </a:pPr>
            <a:r>
              <a:rPr b="0" lang="en-IN" sz="2000" spc="-1" strike="noStrike">
                <a:solidFill>
                  <a:srgbClr val="000000"/>
                </a:solidFill>
                <a:uFill>
                  <a:solidFill>
                    <a:srgbClr val="ffffff"/>
                  </a:solidFill>
                </a:uFill>
                <a:latin typeface="Arial"/>
              </a:rPr>
              <a:t>Sixth Outline Level</a:t>
            </a:r>
            <a:endParaRPr b="0" lang="en-IN" sz="2000" spc="-1" strike="noStrike">
              <a:solidFill>
                <a:srgbClr val="000000"/>
              </a:solidFill>
              <a:uFill>
                <a:solidFill>
                  <a:srgbClr val="ffffff"/>
                </a:solidFill>
              </a:uFill>
              <a:latin typeface="Arial"/>
            </a:endParaRPr>
          </a:p>
          <a:p>
            <a:pPr lvl="6" marL="3024000" indent="-216000">
              <a:buClr>
                <a:srgbClr val="000000"/>
              </a:buClr>
              <a:buSzPct val="45000"/>
              <a:buFont typeface="Wingdings" charset="2"/>
              <a:buChar char=""/>
            </a:pPr>
            <a:r>
              <a:rPr b="0" lang="en-IN" sz="2000" spc="-1" strike="noStrike">
                <a:solidFill>
                  <a:srgbClr val="000000"/>
                </a:solidFill>
                <a:uFill>
                  <a:solidFill>
                    <a:srgbClr val="ffffff"/>
                  </a:solidFill>
                </a:uFill>
                <a:latin typeface="Arial"/>
              </a:rPr>
              <a:t>Seventh Outline Level</a:t>
            </a:r>
            <a:endParaRPr b="0" lang="en-IN"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hyperlink" Target="https://www.nist.gov/cyberframework" TargetMode="External"/><Relationship Id="rId2" Type="http://schemas.openxmlformats.org/officeDocument/2006/relationships/hyperlink" Target="https://www.cisa.gov/shields-up" TargetMode="External"/><Relationship Id="rId3" Type="http://schemas.openxmlformats.org/officeDocument/2006/relationships/hyperlink" Target="https://www.kaspersky.com/resource-center/definitions/keylogger" TargetMode="External"/><Relationship Id="rId4"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CustomShape 1"/>
          <p:cNvSpPr/>
          <p:nvPr/>
        </p:nvSpPr>
        <p:spPr>
          <a:xfrm>
            <a:off x="1359000" y="1821600"/>
            <a:ext cx="9143280" cy="977040"/>
          </a:xfrm>
          <a:prstGeom prst="rect">
            <a:avLst/>
          </a:prstGeom>
          <a:noFill/>
          <a:ln>
            <a:noFill/>
          </a:ln>
        </p:spPr>
        <p:style>
          <a:lnRef idx="0"/>
          <a:fillRef idx="0"/>
          <a:effectRef idx="0"/>
          <a:fontRef idx="minor"/>
        </p:style>
        <p:txBody>
          <a:bodyPr lIns="90000" rIns="90000" tIns="45000" bIns="45000" anchor="b"/>
          <a:p>
            <a:pPr algn="ctr">
              <a:lnSpc>
                <a:spcPct val="100000"/>
              </a:lnSpc>
            </a:pPr>
            <a:r>
              <a:rPr b="1" lang="en-IN" sz="3600" spc="-1" strike="noStrike" cap="all">
                <a:solidFill>
                  <a:srgbClr val="1cade4"/>
                </a:solidFill>
                <a:uFill>
                  <a:solidFill>
                    <a:srgbClr val="ffffff"/>
                  </a:solidFill>
                </a:uFill>
                <a:latin typeface="Arial"/>
              </a:rPr>
              <a:t>Key-logger and security</a:t>
            </a:r>
            <a:endParaRPr b="0" lang="en-IN" sz="1800" spc="-1" strike="noStrike">
              <a:solidFill>
                <a:srgbClr val="000000"/>
              </a:solidFill>
              <a:uFill>
                <a:solidFill>
                  <a:srgbClr val="ffffff"/>
                </a:solidFill>
              </a:uFill>
              <a:latin typeface="Arial"/>
            </a:endParaRPr>
          </a:p>
        </p:txBody>
      </p:sp>
      <p:sp>
        <p:nvSpPr>
          <p:cNvPr id="122" name="CustomShape 2"/>
          <p:cNvSpPr/>
          <p:nvPr/>
        </p:nvSpPr>
        <p:spPr>
          <a:xfrm>
            <a:off x="-329760" y="1034280"/>
            <a:ext cx="12726000" cy="578880"/>
          </a:xfrm>
          <a:prstGeom prst="rect">
            <a:avLst/>
          </a:prstGeom>
          <a:noFill/>
          <a:ln>
            <a:noFill/>
          </a:ln>
        </p:spPr>
        <p:style>
          <a:lnRef idx="0"/>
          <a:fillRef idx="0"/>
          <a:effectRef idx="0"/>
          <a:fontRef idx="minor"/>
        </p:style>
        <p:txBody>
          <a:bodyPr lIns="90000" rIns="90000" tIns="45000" bIns="45000"/>
          <a:p>
            <a:pPr algn="ctr">
              <a:lnSpc>
                <a:spcPct val="100000"/>
              </a:lnSpc>
            </a:pPr>
            <a:r>
              <a:rPr b="1" lang="en-IN" sz="3200" spc="-1" strike="noStrike">
                <a:solidFill>
                  <a:srgbClr val="1482ac"/>
                </a:solidFill>
                <a:uFill>
                  <a:solidFill>
                    <a:srgbClr val="ffffff"/>
                  </a:solidFill>
                </a:uFill>
                <a:latin typeface="Arial"/>
                <a:ea typeface="DejaVu Sans"/>
              </a:rPr>
              <a:t>CAPSTONE PROJECT</a:t>
            </a:r>
            <a:endParaRPr b="0" lang="en-IN" sz="1800" spc="-1" strike="noStrike">
              <a:solidFill>
                <a:srgbClr val="000000"/>
              </a:solidFill>
              <a:uFill>
                <a:solidFill>
                  <a:srgbClr val="ffffff"/>
                </a:solidFill>
              </a:uFill>
              <a:latin typeface="Arial"/>
            </a:endParaRPr>
          </a:p>
        </p:txBody>
      </p:sp>
      <p:sp>
        <p:nvSpPr>
          <p:cNvPr id="123" name="CustomShape 3"/>
          <p:cNvSpPr/>
          <p:nvPr/>
        </p:nvSpPr>
        <p:spPr>
          <a:xfrm>
            <a:off x="3117600" y="4586400"/>
            <a:ext cx="7979400" cy="1310400"/>
          </a:xfrm>
          <a:prstGeom prst="rect">
            <a:avLst/>
          </a:prstGeom>
          <a:noFill/>
          <a:ln>
            <a:noFill/>
          </a:ln>
        </p:spPr>
        <p:style>
          <a:lnRef idx="0"/>
          <a:fillRef idx="0"/>
          <a:effectRef idx="0"/>
          <a:fontRef idx="minor"/>
        </p:style>
        <p:txBody>
          <a:bodyPr lIns="90000" rIns="90000" tIns="45000" bIns="45000"/>
          <a:p>
            <a:pPr>
              <a:lnSpc>
                <a:spcPct val="100000"/>
              </a:lnSpc>
            </a:pPr>
            <a:r>
              <a:rPr b="1" lang="en-IN" sz="2000" spc="-1" strike="noStrike">
                <a:solidFill>
                  <a:srgbClr val="1482ac"/>
                </a:solidFill>
                <a:uFill>
                  <a:solidFill>
                    <a:srgbClr val="ffffff"/>
                  </a:solidFill>
                </a:uFill>
                <a:latin typeface="Arial"/>
                <a:ea typeface="DejaVu Sans"/>
              </a:rPr>
              <a:t>Presented By:</a:t>
            </a:r>
            <a:endParaRPr b="0" lang="en-IN" sz="1800" spc="-1" strike="noStrike">
              <a:solidFill>
                <a:srgbClr val="000000"/>
              </a:solidFill>
              <a:uFill>
                <a:solidFill>
                  <a:srgbClr val="ffffff"/>
                </a:solidFill>
              </a:uFill>
              <a:latin typeface="Arial"/>
            </a:endParaRPr>
          </a:p>
          <a:p>
            <a:pPr>
              <a:lnSpc>
                <a:spcPct val="100000"/>
              </a:lnSpc>
            </a:pPr>
            <a:r>
              <a:rPr b="1" lang="en-IN" sz="2000" spc="-1" strike="noStrike">
                <a:solidFill>
                  <a:srgbClr val="1482ac"/>
                </a:solidFill>
                <a:uFill>
                  <a:solidFill>
                    <a:srgbClr val="ffffff"/>
                  </a:solidFill>
                </a:uFill>
                <a:latin typeface="Arial"/>
                <a:ea typeface="DejaVu Sans"/>
              </a:rPr>
              <a:t>Mohamed Thoufeeq M </a:t>
            </a:r>
            <a:endParaRPr b="0" lang="en-IN" sz="1800" spc="-1" strike="noStrike">
              <a:solidFill>
                <a:srgbClr val="000000"/>
              </a:solidFill>
              <a:uFill>
                <a:solidFill>
                  <a:srgbClr val="ffffff"/>
                </a:solidFill>
              </a:uFill>
              <a:latin typeface="Arial"/>
            </a:endParaRPr>
          </a:p>
          <a:p>
            <a:pPr>
              <a:lnSpc>
                <a:spcPct val="100000"/>
              </a:lnSpc>
            </a:pPr>
            <a:r>
              <a:rPr b="1" lang="en-IN" sz="2000" spc="-1" strike="noStrike">
                <a:solidFill>
                  <a:srgbClr val="1482ac"/>
                </a:solidFill>
                <a:uFill>
                  <a:solidFill>
                    <a:srgbClr val="ffffff"/>
                  </a:solidFill>
                </a:uFill>
                <a:latin typeface="Arial"/>
                <a:ea typeface="DejaVu Sans"/>
              </a:rPr>
              <a:t>A.V.C College of Engineering</a:t>
            </a:r>
            <a:endParaRPr b="0" lang="en-IN" sz="1800" spc="-1" strike="noStrike">
              <a:solidFill>
                <a:srgbClr val="000000"/>
              </a:solidFill>
              <a:uFill>
                <a:solidFill>
                  <a:srgbClr val="ffffff"/>
                </a:solidFill>
              </a:uFill>
              <a:latin typeface="Arial"/>
            </a:endParaRPr>
          </a:p>
          <a:p>
            <a:pPr>
              <a:lnSpc>
                <a:spcPct val="100000"/>
              </a:lnSpc>
            </a:pPr>
            <a:r>
              <a:rPr b="1" lang="en-IN" sz="2000" spc="-1" strike="noStrike">
                <a:solidFill>
                  <a:srgbClr val="1482ac"/>
                </a:solidFill>
                <a:uFill>
                  <a:solidFill>
                    <a:srgbClr val="ffffff"/>
                  </a:solidFill>
                </a:uFill>
                <a:latin typeface="Arial"/>
                <a:ea typeface="DejaVu Sans"/>
              </a:rPr>
              <a:t>Computer Science and Engineering</a:t>
            </a:r>
            <a:endParaRPr b="0" lang="en-IN" sz="1800" spc="-1" strike="noStrike">
              <a:solidFill>
                <a:srgbClr val="000000"/>
              </a:solidFill>
              <a:uFill>
                <a:solidFill>
                  <a:srgbClr val="ffffff"/>
                </a:solidFill>
              </a:uFill>
              <a:latin typeface="Arial"/>
            </a:endParaRPr>
          </a:p>
        </p:txBody>
      </p:sp>
    </p:spTree>
  </p:cSld>
  <p:timing>
    <p:tnLst>
      <p:par>
        <p:cTn id="1" dur="indefinite" restart="never" nodeType="tmRoot">
          <p:childTnLst>
            <p:seq>
              <p:cTn id="2"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CustomShape 1"/>
          <p:cNvSpPr/>
          <p:nvPr/>
        </p:nvSpPr>
        <p:spPr>
          <a:xfrm>
            <a:off x="849600" y="558360"/>
            <a:ext cx="10514880" cy="1324800"/>
          </a:xfrm>
          <a:prstGeom prst="rect">
            <a:avLst/>
          </a:prstGeom>
          <a:noFill/>
          <a:ln>
            <a:noFill/>
          </a:ln>
        </p:spPr>
        <p:style>
          <a:lnRef idx="0"/>
          <a:fillRef idx="0"/>
          <a:effectRef idx="0"/>
          <a:fontRef idx="minor"/>
        </p:style>
        <p:txBody>
          <a:bodyPr lIns="90000" rIns="90000" tIns="45000" bIns="45000" anchor="b"/>
          <a:p>
            <a:pPr>
              <a:lnSpc>
                <a:spcPct val="100000"/>
              </a:lnSpc>
            </a:pPr>
            <a:r>
              <a:rPr b="1" lang="en-IN" sz="2800" spc="-1" strike="noStrike" cap="all">
                <a:solidFill>
                  <a:srgbClr val="002060"/>
                </a:solidFill>
                <a:uFill>
                  <a:solidFill>
                    <a:srgbClr val="ffffff"/>
                  </a:solidFill>
                </a:uFill>
                <a:latin typeface="Arial"/>
              </a:rPr>
              <a:t>OUTLINE</a:t>
            </a:r>
            <a:endParaRPr b="0" lang="en-IN" sz="1800" spc="-1" strike="noStrike">
              <a:solidFill>
                <a:srgbClr val="000000"/>
              </a:solidFill>
              <a:uFill>
                <a:solidFill>
                  <a:srgbClr val="ffffff"/>
                </a:solidFill>
              </a:uFill>
              <a:latin typeface="Arial"/>
            </a:endParaRPr>
          </a:p>
        </p:txBody>
      </p:sp>
      <p:sp>
        <p:nvSpPr>
          <p:cNvPr id="125" name="CustomShape 2"/>
          <p:cNvSpPr/>
          <p:nvPr/>
        </p:nvSpPr>
        <p:spPr>
          <a:xfrm>
            <a:off x="838080" y="1618920"/>
            <a:ext cx="11018160" cy="5238360"/>
          </a:xfrm>
          <a:prstGeom prst="rect">
            <a:avLst/>
          </a:prstGeom>
          <a:noFill/>
          <a:ln>
            <a:noFill/>
          </a:ln>
        </p:spPr>
        <p:style>
          <a:lnRef idx="0"/>
          <a:fillRef idx="0"/>
          <a:effectRef idx="0"/>
          <a:fontRef idx="minor"/>
        </p:style>
        <p:txBody>
          <a:bodyPr lIns="90000" rIns="90000" tIns="45000" bIns="45000"/>
          <a:p>
            <a:pPr>
              <a:lnSpc>
                <a:spcPct val="100000"/>
              </a:lnSpc>
            </a:pPr>
            <a:r>
              <a:rPr b="1" lang="en-IN" sz="2000" spc="-1" strike="noStrike">
                <a:solidFill>
                  <a:srgbClr val="404040"/>
                </a:solidFill>
                <a:uFill>
                  <a:solidFill>
                    <a:srgbClr val="ffffff"/>
                  </a:solidFill>
                </a:uFill>
                <a:latin typeface="Arial"/>
                <a:ea typeface="Franklin Gothic Book"/>
              </a:rPr>
              <a:t>  </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2000" spc="-1" strike="noStrike">
                <a:solidFill>
                  <a:srgbClr val="404040"/>
                </a:solidFill>
                <a:uFill>
                  <a:solidFill>
                    <a:srgbClr val="ffffff"/>
                  </a:solidFill>
                </a:uFill>
                <a:latin typeface="Arial"/>
                <a:ea typeface="Franklin Gothic Book"/>
              </a:rPr>
              <a:t>Problem Statement</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2000" spc="-1" strike="noStrike">
                <a:solidFill>
                  <a:srgbClr val="404040"/>
                </a:solidFill>
                <a:uFill>
                  <a:solidFill>
                    <a:srgbClr val="ffffff"/>
                  </a:solidFill>
                </a:uFill>
                <a:latin typeface="Arial"/>
                <a:ea typeface="Franklin Gothic Book"/>
              </a:rPr>
              <a:t>Proposed System/Solution</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2000" spc="-1" strike="noStrike">
                <a:solidFill>
                  <a:srgbClr val="404040"/>
                </a:solidFill>
                <a:uFill>
                  <a:solidFill>
                    <a:srgbClr val="ffffff"/>
                  </a:solidFill>
                </a:uFill>
                <a:latin typeface="Arial"/>
                <a:ea typeface="Franklin Gothic Book"/>
              </a:rPr>
              <a:t>System Development Approach </a:t>
            </a:r>
            <a:r>
              <a:rPr b="0" lang="en-IN" sz="2000" spc="-1" strike="noStrike">
                <a:solidFill>
                  <a:srgbClr val="404040"/>
                </a:solidFill>
                <a:uFill>
                  <a:solidFill>
                    <a:srgbClr val="ffffff"/>
                  </a:solidFill>
                </a:uFill>
                <a:latin typeface="Arial"/>
                <a:ea typeface="Franklin Gothic Book"/>
              </a:rPr>
              <a:t>(Technology Used) </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2000" spc="-1" strike="noStrike">
                <a:solidFill>
                  <a:srgbClr val="404040"/>
                </a:solidFill>
                <a:uFill>
                  <a:solidFill>
                    <a:srgbClr val="ffffff"/>
                  </a:solidFill>
                </a:uFill>
                <a:latin typeface="Arial"/>
                <a:ea typeface="Franklin Gothic Book"/>
              </a:rPr>
              <a:t>Algorithm &amp; Deployment  </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2000" spc="-1" strike="noStrike">
                <a:solidFill>
                  <a:srgbClr val="404040"/>
                </a:solidFill>
                <a:uFill>
                  <a:solidFill>
                    <a:srgbClr val="ffffff"/>
                  </a:solidFill>
                </a:uFill>
                <a:latin typeface="Arial"/>
                <a:ea typeface="Franklin Gothic Book"/>
              </a:rPr>
              <a:t>Result (Output Image)</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2000" spc="-1" strike="noStrike">
                <a:solidFill>
                  <a:srgbClr val="404040"/>
                </a:solidFill>
                <a:uFill>
                  <a:solidFill>
                    <a:srgbClr val="ffffff"/>
                  </a:solidFill>
                </a:uFill>
                <a:latin typeface="Arial"/>
                <a:ea typeface="Franklin Gothic Book"/>
              </a:rPr>
              <a:t>Conclusion</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2000" spc="-1" strike="noStrike">
                <a:solidFill>
                  <a:srgbClr val="404040"/>
                </a:solidFill>
                <a:uFill>
                  <a:solidFill>
                    <a:srgbClr val="ffffff"/>
                  </a:solidFill>
                </a:uFill>
                <a:latin typeface="Arial"/>
                <a:ea typeface="Franklin Gothic Book"/>
              </a:rPr>
              <a:t>References</a:t>
            </a:r>
            <a:endParaRPr b="0" lang="en-IN" sz="1800" spc="-1" strike="noStrike">
              <a:solidFill>
                <a:srgbClr val="000000"/>
              </a:solidFill>
              <a:uFill>
                <a:solidFill>
                  <a:srgbClr val="ffffff"/>
                </a:solidFill>
              </a:uFill>
              <a:latin typeface="Arial"/>
            </a:endParaRPr>
          </a:p>
          <a:p>
            <a:pPr>
              <a:lnSpc>
                <a:spcPct val="100000"/>
              </a:lnSpc>
            </a:pPr>
            <a:endParaRPr b="0" lang="en-IN" sz="1800" spc="-1" strike="noStrike">
              <a:solidFill>
                <a:srgbClr val="000000"/>
              </a:solidFill>
              <a:uFill>
                <a:solidFill>
                  <a:srgbClr val="ffffff"/>
                </a:solidFill>
              </a:uFill>
              <a:latin typeface="Arial"/>
            </a:endParaRPr>
          </a:p>
        </p:txBody>
      </p:sp>
    </p:spTree>
  </p:cSld>
  <p:timing>
    <p:tnLst>
      <p:par>
        <p:cTn id="3" dur="indefinite" restart="never" nodeType="tmRoot">
          <p:childTnLst>
            <p:seq>
              <p:cTn id="4"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CustomShape 1"/>
          <p:cNvSpPr/>
          <p:nvPr/>
        </p:nvSpPr>
        <p:spPr>
          <a:xfrm>
            <a:off x="581040" y="702000"/>
            <a:ext cx="11028960" cy="529560"/>
          </a:xfrm>
          <a:prstGeom prst="rect">
            <a:avLst/>
          </a:prstGeom>
          <a:noFill/>
          <a:ln>
            <a:noFill/>
          </a:ln>
        </p:spPr>
        <p:style>
          <a:lnRef idx="0"/>
          <a:fillRef idx="0"/>
          <a:effectRef idx="0"/>
          <a:fontRef idx="minor"/>
        </p:style>
        <p:txBody>
          <a:bodyPr lIns="90000" rIns="90000" tIns="45000" bIns="45000" anchor="b"/>
          <a:p>
            <a:pPr>
              <a:lnSpc>
                <a:spcPct val="100000"/>
              </a:lnSpc>
            </a:pPr>
            <a:r>
              <a:rPr b="1" lang="en-IN" sz="4400" spc="-1" strike="noStrike" cap="all">
                <a:solidFill>
                  <a:srgbClr val="1cade4"/>
                </a:solidFill>
                <a:uFill>
                  <a:solidFill>
                    <a:srgbClr val="ffffff"/>
                  </a:solidFill>
                </a:uFill>
                <a:latin typeface="Arial"/>
              </a:rPr>
              <a:t>Problem Statement</a:t>
            </a:r>
            <a:endParaRPr b="0" lang="en-IN" sz="1800" spc="-1" strike="noStrike">
              <a:solidFill>
                <a:srgbClr val="000000"/>
              </a:solidFill>
              <a:uFill>
                <a:solidFill>
                  <a:srgbClr val="ffffff"/>
                </a:solidFill>
              </a:uFill>
              <a:latin typeface="Arial"/>
            </a:endParaRPr>
          </a:p>
        </p:txBody>
      </p:sp>
      <p:sp>
        <p:nvSpPr>
          <p:cNvPr id="127" name="CustomShape 2"/>
          <p:cNvSpPr/>
          <p:nvPr/>
        </p:nvSpPr>
        <p:spPr>
          <a:xfrm>
            <a:off x="452520" y="1237680"/>
            <a:ext cx="11028960" cy="4672440"/>
          </a:xfrm>
          <a:prstGeom prst="rect">
            <a:avLst/>
          </a:prstGeom>
          <a:noFill/>
          <a:ln>
            <a:noFill/>
          </a:ln>
        </p:spPr>
        <p:style>
          <a:lnRef idx="0"/>
          <a:fillRef idx="0"/>
          <a:effectRef idx="0"/>
          <a:fontRef idx="minor"/>
        </p:style>
        <p:txBody>
          <a:bodyPr lIns="90000" rIns="90000" tIns="45000" bIns="45000" anchor="ctr"/>
          <a:p>
            <a:pPr marL="306000" indent="-305280">
              <a:lnSpc>
                <a:spcPct val="100000"/>
              </a:lnSpc>
            </a:pP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2400" spc="-1" strike="noStrike">
                <a:solidFill>
                  <a:srgbClr val="0e5772"/>
                </a:solidFill>
                <a:uFill>
                  <a:solidFill>
                    <a:srgbClr val="ffffff"/>
                  </a:solidFill>
                </a:uFill>
                <a:latin typeface="Franklin Gothic Book"/>
              </a:rPr>
              <a:t> </a:t>
            </a:r>
            <a:r>
              <a:rPr b="1" lang="en-IN" sz="2400" spc="-1" strike="noStrike">
                <a:solidFill>
                  <a:srgbClr val="0e5772"/>
                </a:solidFill>
                <a:uFill>
                  <a:solidFill>
                    <a:srgbClr val="ffffff"/>
                  </a:solidFill>
                </a:uFill>
                <a:latin typeface="Franklin Gothic Book"/>
              </a:rPr>
              <a:t>Project problem statement for keylogger Problem Statement</a:t>
            </a:r>
            <a:r>
              <a:rPr b="0" lang="en-IN" sz="2400" spc="-1" strike="noStrike">
                <a:solidFill>
                  <a:srgbClr val="0e5772"/>
                </a:solidFill>
                <a:uFill>
                  <a:solidFill>
                    <a:srgbClr val="ffffff"/>
                  </a:solidFill>
                </a:uFill>
                <a:latin typeface="Franklin Gothic Book"/>
              </a:rPr>
              <a:t>:</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0" lang="en-IN" sz="2400" spc="-1" strike="noStrike">
                <a:solidFill>
                  <a:srgbClr val="0e5772"/>
                </a:solidFill>
                <a:uFill>
                  <a:solidFill>
                    <a:srgbClr val="ffffff"/>
                  </a:solidFill>
                </a:uFill>
                <a:latin typeface="Franklin Gothic Book"/>
              </a:rPr>
              <a:t> </a:t>
            </a:r>
            <a:r>
              <a:rPr b="0" lang="en-IN" sz="2400" spc="-1" strike="noStrike">
                <a:solidFill>
                  <a:srgbClr val="0e5772"/>
                </a:solidFill>
                <a:uFill>
                  <a:solidFill>
                    <a:srgbClr val="ffffff"/>
                  </a:solidFill>
                </a:uFill>
                <a:latin typeface="Franklin Gothic Book"/>
              </a:rPr>
              <a:t>In today's digital age, where cybersecurity threats loom large, one of the significant concerns is the proliferation of keyloggers, stealthy software tools designed to monitor and record keystrokes on a user's computer without their knowledge. Keyloggers pose a severe threat to individuals and organizations they can capture sensitive information such as passwords, credit card details, and other personal data, leading to identity theft, financial loss, and privacy breaches.</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0" lang="en-IN" sz="2400" spc="-1" strike="noStrike">
                <a:solidFill>
                  <a:srgbClr val="0e5772"/>
                </a:solidFill>
                <a:uFill>
                  <a:solidFill>
                    <a:srgbClr val="ffffff"/>
                  </a:solidFill>
                </a:uFill>
                <a:latin typeface="Franklin Gothic Book"/>
              </a:rPr>
              <a:t> </a:t>
            </a:r>
            <a:endParaRPr b="0" lang="en-IN" sz="1800" spc="-1" strike="noStrike">
              <a:solidFill>
                <a:srgbClr val="000000"/>
              </a:solidFill>
              <a:uFill>
                <a:solidFill>
                  <a:srgbClr val="ffffff"/>
                </a:solidFill>
              </a:uFill>
              <a:latin typeface="Arial"/>
            </a:endParaRPr>
          </a:p>
        </p:txBody>
      </p:sp>
    </p:spTree>
  </p:cSld>
  <p:timing>
    <p:tnLst>
      <p:par>
        <p:cTn id="5" dur="indefinite" restart="never" nodeType="tmRoot">
          <p:childTnLst>
            <p:seq>
              <p:cTn id="6"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CustomShape 1"/>
          <p:cNvSpPr/>
          <p:nvPr/>
        </p:nvSpPr>
        <p:spPr>
          <a:xfrm>
            <a:off x="581040" y="702000"/>
            <a:ext cx="11028960" cy="529560"/>
          </a:xfrm>
          <a:prstGeom prst="rect">
            <a:avLst/>
          </a:prstGeom>
          <a:noFill/>
          <a:ln>
            <a:noFill/>
          </a:ln>
        </p:spPr>
        <p:style>
          <a:lnRef idx="0"/>
          <a:fillRef idx="0"/>
          <a:effectRef idx="0"/>
          <a:fontRef idx="minor"/>
        </p:style>
        <p:txBody>
          <a:bodyPr lIns="90000" rIns="90000" tIns="45000" bIns="45000" anchor="b"/>
          <a:p>
            <a:pPr>
              <a:lnSpc>
                <a:spcPct val="100000"/>
              </a:lnSpc>
            </a:pPr>
            <a:r>
              <a:rPr b="1" lang="en-IN" sz="4400" spc="-1" strike="noStrike" cap="all">
                <a:solidFill>
                  <a:srgbClr val="1cade4"/>
                </a:solidFill>
                <a:uFill>
                  <a:solidFill>
                    <a:srgbClr val="ffffff"/>
                  </a:solidFill>
                </a:uFill>
                <a:latin typeface="Arial"/>
              </a:rPr>
              <a:t>Proposed Solution</a:t>
            </a:r>
            <a:endParaRPr b="0" lang="en-IN" sz="1800" spc="-1" strike="noStrike">
              <a:solidFill>
                <a:srgbClr val="000000"/>
              </a:solidFill>
              <a:uFill>
                <a:solidFill>
                  <a:srgbClr val="ffffff"/>
                </a:solidFill>
              </a:uFill>
              <a:latin typeface="Arial"/>
            </a:endParaRPr>
          </a:p>
        </p:txBody>
      </p:sp>
      <p:sp>
        <p:nvSpPr>
          <p:cNvPr id="129" name="CustomShape 2"/>
          <p:cNvSpPr/>
          <p:nvPr/>
        </p:nvSpPr>
        <p:spPr>
          <a:xfrm>
            <a:off x="441720" y="1796040"/>
            <a:ext cx="11612880" cy="4854600"/>
          </a:xfrm>
          <a:prstGeom prst="rect">
            <a:avLst/>
          </a:prstGeom>
          <a:noFill/>
          <a:ln>
            <a:noFill/>
          </a:ln>
        </p:spPr>
        <p:style>
          <a:lnRef idx="0"/>
          <a:fillRef idx="0"/>
          <a:effectRef idx="0"/>
          <a:fontRef idx="minor"/>
        </p:style>
        <p:txBody>
          <a:bodyPr lIns="90000" rIns="90000" tIns="45000" bIns="45000" anchor="ctr"/>
          <a:p>
            <a:pPr marL="306000" indent="-305280">
              <a:lnSpc>
                <a:spcPct val="110000"/>
              </a:lnSpc>
              <a:buClr>
                <a:srgbClr val="1cade4"/>
              </a:buClr>
              <a:buSzPct val="92000"/>
              <a:buFont typeface="Wingdings 2" charset="2"/>
              <a:buChar char=""/>
            </a:pPr>
            <a:r>
              <a:rPr b="0" lang="en-IN" sz="1200" spc="-1" strike="noStrike">
                <a:solidFill>
                  <a:srgbClr val="404040"/>
                </a:solidFill>
                <a:uFill>
                  <a:solidFill>
                    <a:srgbClr val="ffffff"/>
                  </a:solidFill>
                </a:uFill>
                <a:latin typeface="Franklin Gothic Book"/>
              </a:rPr>
              <a:t>Keyloggers are malicious software that can be a serious threat. Here are some proposed solutions to protect yourself from keyloggers:</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Prevention:</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Anti-virus and Anti-malware software:</a:t>
            </a:r>
            <a:r>
              <a:rPr b="0" lang="en-IN" sz="1200" spc="-1" strike="noStrike">
                <a:solidFill>
                  <a:srgbClr val="404040"/>
                </a:solidFill>
                <a:uFill>
                  <a:solidFill>
                    <a:srgbClr val="ffffff"/>
                  </a:solidFill>
                </a:uFill>
                <a:latin typeface="Franklin Gothic Book"/>
              </a:rPr>
              <a:t> Install and keep up-to-date reputable antivirus and anti-malware software that can detect and remove keyloggers.</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Be cautious with downloads and attachments:</a:t>
            </a:r>
            <a:r>
              <a:rPr b="0" lang="en-IN" sz="1200" spc="-1" strike="noStrike">
                <a:solidFill>
                  <a:srgbClr val="404040"/>
                </a:solidFill>
                <a:uFill>
                  <a:solidFill>
                    <a:srgbClr val="ffffff"/>
                  </a:solidFill>
                </a:uFill>
                <a:latin typeface="Franklin Gothic Book"/>
              </a:rPr>
              <a:t> Only download files and open attachments from trusted sources. Be wary of clicking on links in emails, even if they appear to be from someone you know..</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Detection:</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System behavior changes:</a:t>
            </a:r>
            <a:r>
              <a:rPr b="0" lang="en-IN" sz="1200" spc="-1" strike="noStrike">
                <a:solidFill>
                  <a:srgbClr val="404040"/>
                </a:solidFill>
                <a:uFill>
                  <a:solidFill>
                    <a:srgbClr val="ffffff"/>
                  </a:solidFill>
                </a:uFill>
                <a:latin typeface="Franklin Gothic Book"/>
              </a:rPr>
              <a:t> Unusual slowdowns, new programs running in the background, or unexplained browser activity can be signs of a keylogger infection.</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Anti-keylogging software:</a:t>
            </a:r>
            <a:r>
              <a:rPr b="0" lang="en-IN" sz="1200" spc="-1" strike="noStrike">
                <a:solidFill>
                  <a:srgbClr val="404040"/>
                </a:solidFill>
                <a:uFill>
                  <a:solidFill>
                    <a:srgbClr val="ffffff"/>
                  </a:solidFill>
                </a:uFill>
                <a:latin typeface="Franklin Gothic Book"/>
              </a:rPr>
              <a:t> There are specific anti-keylogging programs that can detect and block keyloggers.</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Regular security scans:</a:t>
            </a:r>
            <a:r>
              <a:rPr b="0" lang="en-IN" sz="1200" spc="-1" strike="noStrike">
                <a:solidFill>
                  <a:srgbClr val="404040"/>
                </a:solidFill>
                <a:uFill>
                  <a:solidFill>
                    <a:srgbClr val="ffffff"/>
                  </a:solidFill>
                </a:uFill>
                <a:latin typeface="Franklin Gothic Book"/>
              </a:rPr>
              <a:t> Regularly scan your system with your antivirus and anti-malware software to detect any potential threats.</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Recovery:</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Boot into Safe Mode:</a:t>
            </a:r>
            <a:r>
              <a:rPr b="0" lang="en-IN" sz="1200" spc="-1" strike="noStrike">
                <a:solidFill>
                  <a:srgbClr val="404040"/>
                </a:solidFill>
                <a:uFill>
                  <a:solidFill>
                    <a:srgbClr val="ffffff"/>
                  </a:solidFill>
                </a:uFill>
                <a:latin typeface="Franklin Gothic Book"/>
              </a:rPr>
              <a:t> If you suspect a keylogger infection, boot your computer into Safe Mode. This will only load the essential programs needed to run your system, making it easier to identify and remove the keylogger.</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Security software scan:</a:t>
            </a:r>
            <a:r>
              <a:rPr b="0" lang="en-IN" sz="1200" spc="-1" strike="noStrike">
                <a:solidFill>
                  <a:srgbClr val="404040"/>
                </a:solidFill>
                <a:uFill>
                  <a:solidFill>
                    <a:srgbClr val="ffffff"/>
                  </a:solidFill>
                </a:uFill>
                <a:latin typeface="Franklin Gothic Book"/>
              </a:rPr>
              <a:t> Run a full scan with your antivirus and anti-malware software in Safe Mode.</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Change passwords:</a:t>
            </a:r>
            <a:r>
              <a:rPr b="0" lang="en-IN" sz="1200" spc="-1" strike="noStrike">
                <a:solidFill>
                  <a:srgbClr val="404040"/>
                </a:solidFill>
                <a:uFill>
                  <a:solidFill>
                    <a:srgbClr val="ffffff"/>
                  </a:solidFill>
                </a:uFill>
                <a:latin typeface="Franklin Gothic Book"/>
              </a:rPr>
              <a:t> Once you've removed the keylogger, change all your passwords for online accounts, especially financial accounts and email.</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Additional Tips:</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Be mindful of public computers:</a:t>
            </a:r>
            <a:r>
              <a:rPr b="0" lang="en-IN" sz="1200" spc="-1" strike="noStrike">
                <a:solidFill>
                  <a:srgbClr val="404040"/>
                </a:solidFill>
                <a:uFill>
                  <a:solidFill>
                    <a:srgbClr val="ffffff"/>
                  </a:solidFill>
                </a:uFill>
                <a:latin typeface="Franklin Gothic Book"/>
              </a:rPr>
              <a:t> Avoid entering sensitive information on public computers, as they may be infected with keyloggers.</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1" lang="en-IN" sz="1200" spc="-1" strike="noStrike">
                <a:solidFill>
                  <a:srgbClr val="404040"/>
                </a:solidFill>
                <a:uFill>
                  <a:solidFill>
                    <a:srgbClr val="ffffff"/>
                  </a:solidFill>
                </a:uFill>
                <a:latin typeface="Franklin Gothic Book"/>
              </a:rPr>
              <a:t>Keep your software updated:</a:t>
            </a:r>
            <a:r>
              <a:rPr b="0" lang="en-IN" sz="1200" spc="-1" strike="noStrike">
                <a:solidFill>
                  <a:srgbClr val="404040"/>
                </a:solidFill>
                <a:uFill>
                  <a:solidFill>
                    <a:srgbClr val="ffffff"/>
                  </a:solidFill>
                </a:uFill>
                <a:latin typeface="Franklin Gothic Book"/>
              </a:rPr>
              <a:t> Always update your operating system, applications, and web browser to the latest versions to patch security vulnerabilities that keyloggers might exploit.</a:t>
            </a:r>
            <a:endParaRPr b="0" lang="en-IN" sz="1800" spc="-1" strike="noStrike">
              <a:solidFill>
                <a:srgbClr val="000000"/>
              </a:solidFill>
              <a:uFill>
                <a:solidFill>
                  <a:srgbClr val="ffffff"/>
                </a:solidFill>
              </a:uFill>
              <a:latin typeface="Arial"/>
            </a:endParaRPr>
          </a:p>
          <a:p>
            <a:pPr>
              <a:lnSpc>
                <a:spcPct val="100000"/>
              </a:lnSpc>
            </a:pPr>
            <a:endParaRPr b="0" lang="en-IN" sz="1800" spc="-1" strike="noStrike">
              <a:solidFill>
                <a:srgbClr val="000000"/>
              </a:solidFill>
              <a:uFill>
                <a:solidFill>
                  <a:srgbClr val="ffffff"/>
                </a:solidFill>
              </a:uFill>
              <a:latin typeface="Arial"/>
            </a:endParaRPr>
          </a:p>
        </p:txBody>
      </p:sp>
    </p:spTree>
  </p:cSld>
  <p:timing>
    <p:tnLst>
      <p:par>
        <p:cTn id="7" dur="indefinite" restart="never" nodeType="tmRoot">
          <p:childTnLst>
            <p:seq>
              <p:cTn id="8"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CustomShape 1"/>
          <p:cNvSpPr/>
          <p:nvPr/>
        </p:nvSpPr>
        <p:spPr>
          <a:xfrm>
            <a:off x="581040" y="662400"/>
            <a:ext cx="11028960" cy="529560"/>
          </a:xfrm>
          <a:prstGeom prst="rect">
            <a:avLst/>
          </a:prstGeom>
          <a:noFill/>
          <a:ln>
            <a:noFill/>
          </a:ln>
        </p:spPr>
        <p:style>
          <a:lnRef idx="0"/>
          <a:fillRef idx="0"/>
          <a:effectRef idx="0"/>
          <a:fontRef idx="minor"/>
        </p:style>
        <p:txBody>
          <a:bodyPr lIns="90000" rIns="90000" tIns="45000" bIns="45000" anchor="b"/>
          <a:p>
            <a:pPr>
              <a:lnSpc>
                <a:spcPct val="100000"/>
              </a:lnSpc>
            </a:pPr>
            <a:r>
              <a:rPr b="1" lang="en-IN" sz="4400" spc="-1" strike="noStrike" cap="all">
                <a:solidFill>
                  <a:srgbClr val="1cade4"/>
                </a:solidFill>
                <a:uFill>
                  <a:solidFill>
                    <a:srgbClr val="ffffff"/>
                  </a:solidFill>
                </a:uFill>
                <a:latin typeface="Arial"/>
                <a:ea typeface="Franklin Gothic Demi"/>
              </a:rPr>
              <a:t>System  Approach</a:t>
            </a:r>
            <a:endParaRPr b="0" lang="en-IN" sz="1800" spc="-1" strike="noStrike">
              <a:solidFill>
                <a:srgbClr val="000000"/>
              </a:solidFill>
              <a:uFill>
                <a:solidFill>
                  <a:srgbClr val="ffffff"/>
                </a:solidFill>
              </a:uFill>
              <a:latin typeface="Arial"/>
            </a:endParaRPr>
          </a:p>
        </p:txBody>
      </p:sp>
      <p:sp>
        <p:nvSpPr>
          <p:cNvPr id="131" name="CustomShape 2"/>
          <p:cNvSpPr/>
          <p:nvPr/>
        </p:nvSpPr>
        <p:spPr>
          <a:xfrm>
            <a:off x="581040" y="1302120"/>
            <a:ext cx="11028960" cy="4672440"/>
          </a:xfrm>
          <a:prstGeom prst="rect">
            <a:avLst/>
          </a:prstGeom>
          <a:noFill/>
          <a:ln>
            <a:noFill/>
          </a:ln>
        </p:spPr>
        <p:style>
          <a:lnRef idx="0"/>
          <a:fillRef idx="0"/>
          <a:effectRef idx="0"/>
          <a:fontRef idx="minor"/>
        </p:style>
        <p:txBody>
          <a:bodyPr lIns="90000" rIns="90000" tIns="45000" bIns="45000" anchor="ctr"/>
          <a:p>
            <a:pPr>
              <a:lnSpc>
                <a:spcPct val="100000"/>
              </a:lnSpc>
            </a:pPr>
            <a:r>
              <a:rPr b="1" lang="en-IN" sz="1800" spc="-1" strike="noStrike">
                <a:solidFill>
                  <a:srgbClr val="0f0f0f"/>
                </a:solidFill>
                <a:uFill>
                  <a:solidFill>
                    <a:srgbClr val="ffffff"/>
                  </a:solidFill>
                </a:uFill>
                <a:latin typeface="Franklin Gothic Book"/>
                <a:ea typeface="Franklin Gothic Book"/>
              </a:rPr>
              <a:t>The "System Approach" section outlines the overall strategy and methodology for developing and implementing the rental bike prediction system. Here's a suggested structure for this section:</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1800" spc="-1" strike="noStrike">
                <a:solidFill>
                  <a:srgbClr val="0f0f0f"/>
                </a:solidFill>
                <a:uFill>
                  <a:solidFill>
                    <a:srgbClr val="ffffff"/>
                  </a:solidFill>
                </a:uFill>
                <a:latin typeface="Franklin Gothic Book"/>
                <a:ea typeface="Franklin Gothic Book"/>
              </a:rPr>
              <a:t>System requirements:</a:t>
            </a:r>
            <a:r>
              <a:rPr b="1" lang="en-IN" sz="1800" spc="-1" strike="noStrike">
                <a:solidFill>
                  <a:srgbClr val="404040"/>
                </a:solidFill>
                <a:uFill>
                  <a:solidFill>
                    <a:srgbClr val="ffffff"/>
                  </a:solidFill>
                </a:uFill>
                <a:latin typeface="Franklin Gothic Book"/>
                <a:ea typeface="Franklin Gothic Book"/>
              </a:rPr>
              <a:t>100 МВ free disk space. Pentium II processor or higher. 512 MB RAM.</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1800" spc="-1" strike="noStrike">
                <a:solidFill>
                  <a:srgbClr val="0f0f0f"/>
                </a:solidFill>
                <a:uFill>
                  <a:solidFill>
                    <a:srgbClr val="ffffff"/>
                  </a:solidFill>
                </a:uFill>
                <a:latin typeface="Franklin Gothic Book"/>
                <a:ea typeface="Franklin Gothic Book"/>
              </a:rPr>
              <a:t>Library required to build the model:</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1800" spc="-1" strike="noStrike">
                <a:solidFill>
                  <a:srgbClr val="0f0f0f"/>
                </a:solidFill>
                <a:uFill>
                  <a:solidFill>
                    <a:srgbClr val="ffffff"/>
                  </a:solidFill>
                </a:uFill>
                <a:latin typeface="Franklin Gothic Book"/>
                <a:ea typeface="Franklin Gothic Book"/>
              </a:rPr>
              <a:t> </a:t>
            </a:r>
            <a:r>
              <a:rPr b="1" lang="en-IN" sz="1800" spc="-1" strike="noStrike">
                <a:solidFill>
                  <a:srgbClr val="404040"/>
                </a:solidFill>
                <a:uFill>
                  <a:solidFill>
                    <a:srgbClr val="ffffff"/>
                  </a:solidFill>
                </a:uFill>
                <a:latin typeface="Franklin Gothic Book"/>
                <a:ea typeface="Franklin Gothic Book"/>
              </a:rPr>
              <a:t> </a:t>
            </a:r>
            <a:r>
              <a:rPr b="1" lang="en-IN" sz="1800" spc="-1" strike="noStrike">
                <a:solidFill>
                  <a:srgbClr val="000000"/>
                </a:solidFill>
                <a:uFill>
                  <a:solidFill>
                    <a:srgbClr val="ffffff"/>
                  </a:solidFill>
                </a:uFill>
                <a:latin typeface="Franklin Gothic Book"/>
                <a:ea typeface="Franklin Gothic Book"/>
              </a:rPr>
              <a:t>pynput</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1800" spc="-1" strike="noStrike">
                <a:solidFill>
                  <a:srgbClr val="404040"/>
                </a:solidFill>
                <a:uFill>
                  <a:solidFill>
                    <a:srgbClr val="ffffff"/>
                  </a:solidFill>
                </a:uFill>
                <a:latin typeface="Franklin Gothic Book"/>
                <a:ea typeface="Franklin Gothic Book"/>
              </a:rPr>
              <a:t>  </a:t>
            </a:r>
            <a:r>
              <a:rPr b="1" lang="en-IN" sz="1800" spc="-1" strike="noStrike">
                <a:solidFill>
                  <a:srgbClr val="000000"/>
                </a:solidFill>
                <a:uFill>
                  <a:solidFill>
                    <a:srgbClr val="ffffff"/>
                  </a:solidFill>
                </a:uFill>
                <a:latin typeface="Franklin Gothic Book"/>
                <a:ea typeface="Franklin Gothic Book"/>
              </a:rPr>
              <a:t>mSpy</a:t>
            </a:r>
            <a:r>
              <a:rPr b="0" lang="en-IN" sz="1800" spc="-1" strike="noStrike">
                <a:solidFill>
                  <a:srgbClr val="000000"/>
                </a:solidFill>
                <a:uFill>
                  <a:solidFill>
                    <a:srgbClr val="ffffff"/>
                  </a:solidFill>
                </a:uFill>
                <a:latin typeface="Franklin Gothic Book"/>
                <a:ea typeface="Franklin Gothic Book"/>
              </a:rPr>
              <a:t> </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1800" spc="-1" strike="noStrike">
                <a:solidFill>
                  <a:srgbClr val="000000"/>
                </a:solidFill>
                <a:uFill>
                  <a:solidFill>
                    <a:srgbClr val="ffffff"/>
                  </a:solidFill>
                </a:uFill>
                <a:latin typeface="Franklin Gothic Book"/>
                <a:ea typeface="Franklin Gothic Book"/>
              </a:rPr>
              <a:t> </a:t>
            </a:r>
            <a:r>
              <a:rPr b="1" lang="en-IN" sz="1800" spc="-1" strike="noStrike">
                <a:solidFill>
                  <a:srgbClr val="000000"/>
                </a:solidFill>
                <a:uFill>
                  <a:solidFill>
                    <a:srgbClr val="ffffff"/>
                  </a:solidFill>
                </a:uFill>
                <a:latin typeface="Franklin Gothic Book"/>
                <a:ea typeface="Franklin Gothic Book"/>
              </a:rPr>
              <a:t>Tkinter</a:t>
            </a:r>
            <a:endParaRPr b="0" lang="en-IN" sz="1800" spc="-1" strike="noStrike">
              <a:solidFill>
                <a:srgbClr val="000000"/>
              </a:solidFill>
              <a:uFill>
                <a:solidFill>
                  <a:srgbClr val="ffffff"/>
                </a:solidFill>
              </a:uFill>
              <a:latin typeface="Arial"/>
            </a:endParaRPr>
          </a:p>
          <a:p>
            <a:pPr marL="305280" indent="-304560">
              <a:lnSpc>
                <a:spcPct val="100000"/>
              </a:lnSpc>
              <a:buClr>
                <a:srgbClr val="1cade4"/>
              </a:buClr>
              <a:buSzPct val="92000"/>
              <a:buFont typeface="Wingdings 2" charset="2"/>
              <a:buChar char=""/>
            </a:pPr>
            <a:r>
              <a:rPr b="1" lang="en-IN" sz="1800" spc="-1" strike="noStrike">
                <a:solidFill>
                  <a:srgbClr val="000000"/>
                </a:solidFill>
                <a:uFill>
                  <a:solidFill>
                    <a:srgbClr val="ffffff"/>
                  </a:solidFill>
                </a:uFill>
                <a:latin typeface="Franklin Gothic Book"/>
                <a:ea typeface="Franklin Gothic Book"/>
              </a:rPr>
              <a:t> </a:t>
            </a:r>
            <a:r>
              <a:rPr b="1" lang="en-IN" sz="1800" spc="-1" strike="noStrike">
                <a:solidFill>
                  <a:srgbClr val="000000"/>
                </a:solidFill>
                <a:uFill>
                  <a:solidFill>
                    <a:srgbClr val="ffffff"/>
                  </a:solidFill>
                </a:uFill>
                <a:latin typeface="Franklin Gothic Book"/>
                <a:ea typeface="Franklin Gothic Book"/>
              </a:rPr>
              <a:t>jsonlib</a:t>
            </a:r>
            <a:endParaRPr b="0" lang="en-IN" sz="1800" spc="-1" strike="noStrike">
              <a:solidFill>
                <a:srgbClr val="000000"/>
              </a:solidFill>
              <a:uFill>
                <a:solidFill>
                  <a:srgbClr val="ffffff"/>
                </a:solidFill>
              </a:uFill>
              <a:latin typeface="Arial"/>
            </a:endParaRPr>
          </a:p>
        </p:txBody>
      </p:sp>
    </p:spTree>
  </p:cSld>
  <p:timing>
    <p:tnLst>
      <p:par>
        <p:cTn id="9" dur="indefinite" restart="never" nodeType="tmRoot">
          <p:childTnLst>
            <p:seq>
              <p:cTn id="10" nodeType="mainSeq"/>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CustomShape 1"/>
          <p:cNvSpPr/>
          <p:nvPr/>
        </p:nvSpPr>
        <p:spPr>
          <a:xfrm>
            <a:off x="581040" y="702000"/>
            <a:ext cx="11028960" cy="529560"/>
          </a:xfrm>
          <a:prstGeom prst="rect">
            <a:avLst/>
          </a:prstGeom>
          <a:noFill/>
          <a:ln>
            <a:noFill/>
          </a:ln>
        </p:spPr>
        <p:style>
          <a:lnRef idx="0"/>
          <a:fillRef idx="0"/>
          <a:effectRef idx="0"/>
          <a:fontRef idx="minor"/>
        </p:style>
        <p:txBody>
          <a:bodyPr lIns="90000" rIns="90000" tIns="45000" bIns="45000" anchor="b"/>
          <a:p>
            <a:pPr>
              <a:lnSpc>
                <a:spcPct val="100000"/>
              </a:lnSpc>
            </a:pPr>
            <a:r>
              <a:rPr b="1" lang="en-IN" sz="4400" spc="-1" strike="noStrike" cap="all">
                <a:solidFill>
                  <a:srgbClr val="1cade4"/>
                </a:solidFill>
                <a:uFill>
                  <a:solidFill>
                    <a:srgbClr val="ffffff"/>
                  </a:solidFill>
                </a:uFill>
                <a:latin typeface="Arial"/>
                <a:ea typeface="Franklin Gothic Demi"/>
              </a:rPr>
              <a:t>Algorithm &amp; Deployment</a:t>
            </a:r>
            <a:endParaRPr b="0" lang="en-IN" sz="1800" spc="-1" strike="noStrike">
              <a:solidFill>
                <a:srgbClr val="000000"/>
              </a:solidFill>
              <a:uFill>
                <a:solidFill>
                  <a:srgbClr val="ffffff"/>
                </a:solidFill>
              </a:uFill>
              <a:latin typeface="Arial"/>
            </a:endParaRPr>
          </a:p>
        </p:txBody>
      </p:sp>
      <p:sp>
        <p:nvSpPr>
          <p:cNvPr id="133" name="CustomShape 2"/>
          <p:cNvSpPr/>
          <p:nvPr/>
        </p:nvSpPr>
        <p:spPr>
          <a:xfrm>
            <a:off x="581040" y="2013840"/>
            <a:ext cx="11028960" cy="5365800"/>
          </a:xfrm>
          <a:prstGeom prst="rect">
            <a:avLst/>
          </a:prstGeom>
          <a:noFill/>
          <a:ln>
            <a:noFill/>
          </a:ln>
        </p:spPr>
        <p:style>
          <a:lnRef idx="0"/>
          <a:fillRef idx="0"/>
          <a:effectRef idx="0"/>
          <a:fontRef idx="minor"/>
        </p:style>
        <p:txBody>
          <a:bodyPr lIns="90000" rIns="90000" tIns="45000" bIns="45000" anchor="ctr"/>
          <a:p>
            <a:pPr marL="306000" indent="-305280">
              <a:lnSpc>
                <a:spcPct val="100000"/>
              </a:lnSpc>
            </a:pPr>
            <a:r>
              <a:rPr b="1" lang="en-IN" sz="1700" spc="-1" strike="noStrike">
                <a:solidFill>
                  <a:srgbClr val="404040"/>
                </a:solidFill>
                <a:uFill>
                  <a:solidFill>
                    <a:srgbClr val="ffffff"/>
                  </a:solidFill>
                </a:uFill>
                <a:latin typeface="Franklin Gothic Book"/>
              </a:rPr>
              <a:t> </a:t>
            </a:r>
            <a:r>
              <a:rPr b="1" lang="en-IN" sz="2000" spc="-1" strike="noStrike">
                <a:solidFill>
                  <a:srgbClr val="404040"/>
                </a:solidFill>
                <a:uFill>
                  <a:solidFill>
                    <a:srgbClr val="ffffff"/>
                  </a:solidFill>
                </a:uFill>
                <a:latin typeface="Franklin Gothic Book"/>
              </a:rPr>
              <a:t>Step 1: Install the Required Library</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0" lang="en-IN" sz="1700" spc="-1" strike="noStrike">
                <a:solidFill>
                  <a:srgbClr val="404040"/>
                </a:solidFill>
                <a:uFill>
                  <a:solidFill>
                    <a:srgbClr val="ffffff"/>
                  </a:solidFill>
                </a:uFill>
                <a:latin typeface="Franklin Gothic Book"/>
              </a:rPr>
              <a:t>Ensure that you have the keyboard library installed in your Python environment. Open your command prompt or terminal and execute the following command</a:t>
            </a:r>
            <a:endParaRPr b="0" lang="en-IN" sz="1800" spc="-1" strike="noStrike">
              <a:solidFill>
                <a:srgbClr val="000000"/>
              </a:solidFill>
              <a:uFill>
                <a:solidFill>
                  <a:srgbClr val="ffffff"/>
                </a:solidFill>
              </a:uFill>
              <a:latin typeface="Arial"/>
            </a:endParaRPr>
          </a:p>
          <a:p>
            <a:pPr marL="306000" indent="-305280">
              <a:lnSpc>
                <a:spcPct val="100000"/>
              </a:lnSpc>
            </a:pPr>
            <a:r>
              <a:rPr b="1" lang="en-IN" sz="2100" spc="-1" strike="noStrike">
                <a:solidFill>
                  <a:srgbClr val="404040"/>
                </a:solidFill>
                <a:uFill>
                  <a:solidFill>
                    <a:srgbClr val="ffffff"/>
                  </a:solidFill>
                </a:uFill>
                <a:latin typeface="Franklin Gothic Book"/>
              </a:rPr>
              <a:t>Step 2: Importing the Necessary Libraries</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0" lang="en-IN" sz="1700" spc="-1" strike="noStrike">
                <a:solidFill>
                  <a:srgbClr val="404040"/>
                </a:solidFill>
                <a:uFill>
                  <a:solidFill>
                    <a:srgbClr val="ffffff"/>
                  </a:solidFill>
                </a:uFill>
                <a:latin typeface="Franklin Gothic Book"/>
              </a:rPr>
              <a:t>Begin by importing the keyboard library at the beginning of your Python script. This library will enable us to work with keyboard inputs. Insert the following line of code</a:t>
            </a:r>
            <a:endParaRPr b="0" lang="en-IN" sz="1800" spc="-1" strike="noStrike">
              <a:solidFill>
                <a:srgbClr val="000000"/>
              </a:solidFill>
              <a:uFill>
                <a:solidFill>
                  <a:srgbClr val="ffffff"/>
                </a:solidFill>
              </a:uFill>
              <a:latin typeface="Arial"/>
            </a:endParaRPr>
          </a:p>
          <a:p>
            <a:pPr marL="306000" indent="-305280">
              <a:lnSpc>
                <a:spcPct val="100000"/>
              </a:lnSpc>
            </a:pPr>
            <a:r>
              <a:rPr b="1" lang="en-IN" sz="2100" spc="-1" strike="noStrike">
                <a:solidFill>
                  <a:srgbClr val="404040"/>
                </a:solidFill>
                <a:uFill>
                  <a:solidFill>
                    <a:srgbClr val="ffffff"/>
                  </a:solidFill>
                </a:uFill>
                <a:latin typeface="Franklin Gothic Book"/>
              </a:rPr>
              <a:t>Step 3: Define the Log File</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0" lang="en-IN" sz="1700" spc="-1" strike="noStrike">
                <a:solidFill>
                  <a:srgbClr val="404040"/>
                </a:solidFill>
                <a:uFill>
                  <a:solidFill>
                    <a:srgbClr val="ffffff"/>
                  </a:solidFill>
                </a:uFill>
                <a:latin typeface="Franklin Gothic Book"/>
              </a:rPr>
              <a:t>Specify the name and location of the log file where the keystrokes will be saved. In this example, we’ll use ‘keystrokes.txt’ as the file name. Feel free to modify it as desired. Add the following line of code</a:t>
            </a:r>
            <a:endParaRPr b="0" lang="en-IN" sz="1800" spc="-1" strike="noStrike">
              <a:solidFill>
                <a:srgbClr val="000000"/>
              </a:solidFill>
              <a:uFill>
                <a:solidFill>
                  <a:srgbClr val="ffffff"/>
                </a:solidFill>
              </a:uFill>
              <a:latin typeface="Arial"/>
            </a:endParaRPr>
          </a:p>
          <a:p>
            <a:pPr marL="306000" indent="-305280">
              <a:lnSpc>
                <a:spcPct val="100000"/>
              </a:lnSpc>
            </a:pPr>
            <a:r>
              <a:rPr b="1" lang="en-IN" sz="2100" spc="-1" strike="noStrike">
                <a:solidFill>
                  <a:srgbClr val="404040"/>
                </a:solidFill>
                <a:uFill>
                  <a:solidFill>
                    <a:srgbClr val="ffffff"/>
                  </a:solidFill>
                </a:uFill>
                <a:latin typeface="Franklin Gothic Book"/>
              </a:rPr>
              <a:t>Step 4: Create the Key Press Event Function</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0" lang="en-IN" sz="1700" spc="-1" strike="noStrike">
                <a:solidFill>
                  <a:srgbClr val="404040"/>
                </a:solidFill>
                <a:uFill>
                  <a:solidFill>
                    <a:srgbClr val="ffffff"/>
                  </a:solidFill>
                </a:uFill>
                <a:latin typeface="Franklin Gothic Book"/>
              </a:rPr>
              <a:t>Define a function that will handle the key press events. This function will be called whenever a key is pressed.</a:t>
            </a:r>
            <a:endParaRPr b="0" lang="en-IN" sz="1800" spc="-1" strike="noStrike">
              <a:solidFill>
                <a:srgbClr val="000000"/>
              </a:solidFill>
              <a:uFill>
                <a:solidFill>
                  <a:srgbClr val="ffffff"/>
                </a:solidFill>
              </a:uFill>
              <a:latin typeface="Arial"/>
            </a:endParaRPr>
          </a:p>
          <a:p>
            <a:pPr marL="306000" indent="-305280">
              <a:lnSpc>
                <a:spcPct val="100000"/>
              </a:lnSpc>
            </a:pPr>
            <a:r>
              <a:rPr b="1" lang="en-IN" sz="2100" spc="-1" strike="noStrike">
                <a:solidFill>
                  <a:srgbClr val="404040"/>
                </a:solidFill>
                <a:uFill>
                  <a:solidFill>
                    <a:srgbClr val="ffffff"/>
                  </a:solidFill>
                </a:uFill>
                <a:latin typeface="Franklin Gothic Book"/>
              </a:rPr>
              <a:t>Step 5: Register the Key Press Event</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0" lang="en-IN" sz="1700" spc="-1" strike="noStrike">
                <a:solidFill>
                  <a:srgbClr val="404040"/>
                </a:solidFill>
                <a:uFill>
                  <a:solidFill>
                    <a:srgbClr val="ffffff"/>
                  </a:solidFill>
                </a:uFill>
                <a:latin typeface="Franklin Gothic Book"/>
              </a:rPr>
              <a:t>Register the ‘on_key_press’ function to be called whenever a key is pressed. This will enable our code to capture the keystrokes. Add the following line:</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0" lang="en-IN" sz="1700" spc="-1" strike="noStrike">
                <a:solidFill>
                  <a:srgbClr val="404040"/>
                </a:solidFill>
                <a:uFill>
                  <a:solidFill>
                    <a:srgbClr val="ffffff"/>
                  </a:solidFill>
                </a:uFill>
                <a:latin typeface="Franklin Gothic Book"/>
              </a:rPr>
              <a:t>keyboard.on_press(on_key_press)</a:t>
            </a:r>
            <a:endParaRPr b="0" lang="en-IN" sz="1800" spc="-1" strike="noStrike">
              <a:solidFill>
                <a:srgbClr val="000000"/>
              </a:solidFill>
              <a:uFill>
                <a:solidFill>
                  <a:srgbClr val="ffffff"/>
                </a:solidFill>
              </a:uFill>
              <a:latin typeface="Arial"/>
            </a:endParaRPr>
          </a:p>
          <a:p>
            <a:pPr marL="306000" indent="-305280">
              <a:lnSpc>
                <a:spcPct val="100000"/>
              </a:lnSpc>
            </a:pPr>
            <a:r>
              <a:rPr b="1" lang="en-IN" sz="1900" spc="-1" strike="noStrike">
                <a:solidFill>
                  <a:srgbClr val="404040"/>
                </a:solidFill>
                <a:uFill>
                  <a:solidFill>
                    <a:srgbClr val="ffffff"/>
                  </a:solidFill>
                </a:uFill>
                <a:latin typeface="Franklin Gothic Book"/>
              </a:rPr>
              <a:t>Step 6: Run the Code</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0" lang="en-IN" sz="1700" spc="-1" strike="noStrike">
                <a:solidFill>
                  <a:srgbClr val="404040"/>
                </a:solidFill>
                <a:uFill>
                  <a:solidFill>
                    <a:srgbClr val="ffffff"/>
                  </a:solidFill>
                </a:uFill>
                <a:latin typeface="Franklin Gothic Book"/>
              </a:rPr>
              <a:t>Save your Python script with a ‘.py’ extension (e.g., ‘keylogger.py’). Open your command prompt or terminal, navigate to the directory where the script is located, and execute the command:</a:t>
            </a:r>
            <a:endParaRPr b="0" lang="en-IN" sz="1800" spc="-1" strike="noStrike">
              <a:solidFill>
                <a:srgbClr val="000000"/>
              </a:solidFill>
              <a:uFill>
                <a:solidFill>
                  <a:srgbClr val="ffffff"/>
                </a:solidFill>
              </a:uFill>
              <a:latin typeface="Arial"/>
            </a:endParaRPr>
          </a:p>
          <a:p>
            <a:pPr>
              <a:lnSpc>
                <a:spcPct val="110000"/>
              </a:lnSpc>
            </a:pPr>
            <a:endParaRPr b="0" lang="en-IN" sz="1800" spc="-1" strike="noStrike">
              <a:solidFill>
                <a:srgbClr val="000000"/>
              </a:solidFill>
              <a:uFill>
                <a:solidFill>
                  <a:srgbClr val="ffffff"/>
                </a:solidFill>
              </a:uFill>
              <a:latin typeface="Arial"/>
            </a:endParaRPr>
          </a:p>
          <a:p>
            <a:pPr>
              <a:lnSpc>
                <a:spcPct val="110000"/>
              </a:lnSpc>
            </a:pPr>
            <a:endParaRPr b="0" lang="en-IN" sz="1800" spc="-1" strike="noStrike">
              <a:solidFill>
                <a:srgbClr val="000000"/>
              </a:solidFill>
              <a:uFill>
                <a:solidFill>
                  <a:srgbClr val="ffffff"/>
                </a:solidFill>
              </a:uFill>
              <a:latin typeface="Arial"/>
            </a:endParaRPr>
          </a:p>
          <a:p>
            <a:pPr>
              <a:lnSpc>
                <a:spcPct val="110000"/>
              </a:lnSpc>
            </a:pPr>
            <a:endParaRPr b="0" lang="en-IN" sz="1800" spc="-1" strike="noStrike">
              <a:solidFill>
                <a:srgbClr val="000000"/>
              </a:solidFill>
              <a:uFill>
                <a:solidFill>
                  <a:srgbClr val="ffffff"/>
                </a:solidFill>
              </a:uFill>
              <a:latin typeface="Arial"/>
            </a:endParaRPr>
          </a:p>
          <a:p>
            <a:pPr>
              <a:lnSpc>
                <a:spcPct val="110000"/>
              </a:lnSpc>
            </a:pPr>
            <a:endParaRPr b="0" lang="en-IN" sz="1800" spc="-1" strike="noStrike">
              <a:solidFill>
                <a:srgbClr val="000000"/>
              </a:solidFill>
              <a:uFill>
                <a:solidFill>
                  <a:srgbClr val="ffffff"/>
                </a:solidFill>
              </a:uFill>
              <a:latin typeface="Arial"/>
            </a:endParaRPr>
          </a:p>
          <a:p>
            <a:pPr>
              <a:lnSpc>
                <a:spcPct val="100000"/>
              </a:lnSpc>
            </a:pPr>
            <a:endParaRPr b="0" lang="en-IN" sz="1800" spc="-1" strike="noStrike">
              <a:solidFill>
                <a:srgbClr val="000000"/>
              </a:solidFill>
              <a:uFill>
                <a:solidFill>
                  <a:srgbClr val="ffffff"/>
                </a:solidFill>
              </a:uFill>
              <a:latin typeface="Arial"/>
            </a:endParaRPr>
          </a:p>
        </p:txBody>
      </p:sp>
    </p:spTree>
  </p:cSld>
  <p:timing>
    <p:tnLst>
      <p:par>
        <p:cTn id="11" dur="indefinite" restart="never" nodeType="tmRoot">
          <p:childTnLst>
            <p:seq>
              <p:cTn id="12"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CustomShape 1"/>
          <p:cNvSpPr/>
          <p:nvPr/>
        </p:nvSpPr>
        <p:spPr>
          <a:xfrm>
            <a:off x="581040" y="702000"/>
            <a:ext cx="11028960" cy="529560"/>
          </a:xfrm>
          <a:prstGeom prst="rect">
            <a:avLst/>
          </a:prstGeom>
          <a:noFill/>
          <a:ln>
            <a:noFill/>
          </a:ln>
        </p:spPr>
        <p:style>
          <a:lnRef idx="0"/>
          <a:fillRef idx="0"/>
          <a:effectRef idx="0"/>
          <a:fontRef idx="minor"/>
        </p:style>
        <p:txBody>
          <a:bodyPr lIns="90000" rIns="90000" tIns="45000" bIns="45000" anchor="b"/>
          <a:p>
            <a:pPr>
              <a:lnSpc>
                <a:spcPct val="100000"/>
              </a:lnSpc>
            </a:pPr>
            <a:r>
              <a:rPr b="1" lang="en-IN" sz="4400" spc="-1" strike="noStrike" cap="all">
                <a:solidFill>
                  <a:srgbClr val="1cade4"/>
                </a:solidFill>
                <a:uFill>
                  <a:solidFill>
                    <a:srgbClr val="ffffff"/>
                  </a:solidFill>
                </a:uFill>
                <a:latin typeface="Arial"/>
                <a:ea typeface="Franklin Gothic Demi"/>
              </a:rPr>
              <a:t>Result</a:t>
            </a:r>
            <a:endParaRPr b="0" lang="en-IN" sz="1800" spc="-1" strike="noStrike">
              <a:solidFill>
                <a:srgbClr val="000000"/>
              </a:solidFill>
              <a:uFill>
                <a:solidFill>
                  <a:srgbClr val="ffffff"/>
                </a:solidFill>
              </a:uFill>
              <a:latin typeface="Arial"/>
            </a:endParaRPr>
          </a:p>
        </p:txBody>
      </p:sp>
      <p:pic>
        <p:nvPicPr>
          <p:cNvPr id="135" name="Picture 5" descr=""/>
          <p:cNvPicPr/>
          <p:nvPr/>
        </p:nvPicPr>
        <p:blipFill>
          <a:blip r:embed="rId1"/>
          <a:stretch/>
        </p:blipFill>
        <p:spPr>
          <a:xfrm>
            <a:off x="1496160" y="1385640"/>
            <a:ext cx="8833680" cy="4949280"/>
          </a:xfrm>
          <a:prstGeom prst="rect">
            <a:avLst/>
          </a:prstGeom>
          <a:ln>
            <a:noFill/>
          </a:ln>
        </p:spPr>
      </p:pic>
    </p:spTree>
  </p:cSld>
  <p:timing>
    <p:tnLst>
      <p:par>
        <p:cTn id="13" dur="indefinite" restart="never" nodeType="tmRoot">
          <p:childTnLst>
            <p:seq>
              <p:cTn id="14"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CustomShape 1"/>
          <p:cNvSpPr/>
          <p:nvPr/>
        </p:nvSpPr>
        <p:spPr>
          <a:xfrm>
            <a:off x="581040" y="702000"/>
            <a:ext cx="11028960" cy="529560"/>
          </a:xfrm>
          <a:prstGeom prst="rect">
            <a:avLst/>
          </a:prstGeom>
          <a:noFill/>
          <a:ln>
            <a:noFill/>
          </a:ln>
        </p:spPr>
        <p:style>
          <a:lnRef idx="0"/>
          <a:fillRef idx="0"/>
          <a:effectRef idx="0"/>
          <a:fontRef idx="minor"/>
        </p:style>
        <p:txBody>
          <a:bodyPr lIns="90000" rIns="90000" tIns="45000" bIns="45000" anchor="b"/>
          <a:p>
            <a:pPr>
              <a:lnSpc>
                <a:spcPct val="100000"/>
              </a:lnSpc>
            </a:pPr>
            <a:r>
              <a:rPr b="1" lang="en-IN" sz="4400" spc="-1" strike="noStrike" cap="all">
                <a:solidFill>
                  <a:srgbClr val="1cade4"/>
                </a:solidFill>
                <a:uFill>
                  <a:solidFill>
                    <a:srgbClr val="ffffff"/>
                  </a:solidFill>
                </a:uFill>
                <a:latin typeface="Arial"/>
                <a:ea typeface="Franklin Gothic Demi"/>
              </a:rPr>
              <a:t>Conclusion</a:t>
            </a:r>
            <a:endParaRPr b="0" lang="en-IN" sz="1800" spc="-1" strike="noStrike">
              <a:solidFill>
                <a:srgbClr val="000000"/>
              </a:solidFill>
              <a:uFill>
                <a:solidFill>
                  <a:srgbClr val="ffffff"/>
                </a:solidFill>
              </a:uFill>
              <a:latin typeface="Arial"/>
            </a:endParaRPr>
          </a:p>
        </p:txBody>
      </p:sp>
      <p:sp>
        <p:nvSpPr>
          <p:cNvPr id="137" name="CustomShape 2"/>
          <p:cNvSpPr/>
          <p:nvPr/>
        </p:nvSpPr>
        <p:spPr>
          <a:xfrm>
            <a:off x="581040" y="1302120"/>
            <a:ext cx="11028960" cy="4672440"/>
          </a:xfrm>
          <a:prstGeom prst="rect">
            <a:avLst/>
          </a:prstGeom>
          <a:noFill/>
          <a:ln>
            <a:noFill/>
          </a:ln>
        </p:spPr>
        <p:style>
          <a:lnRef idx="0"/>
          <a:fillRef idx="0"/>
          <a:effectRef idx="0"/>
          <a:fontRef idx="minor"/>
        </p:style>
        <p:txBody>
          <a:bodyPr lIns="90000" rIns="90000" tIns="45000" bIns="45000" anchor="ctr"/>
          <a:p>
            <a:pPr marL="305280" indent="-304560">
              <a:lnSpc>
                <a:spcPct val="100000"/>
              </a:lnSpc>
              <a:buClr>
                <a:srgbClr val="1cade4"/>
              </a:buClr>
              <a:buSzPct val="92000"/>
              <a:buFont typeface="Wingdings 2" charset="2"/>
              <a:buChar char=""/>
            </a:pPr>
            <a:r>
              <a:rPr b="0" lang="en-IN" sz="2000" spc="-1" strike="noStrike">
                <a:solidFill>
                  <a:srgbClr val="404040"/>
                </a:solidFill>
                <a:uFill>
                  <a:solidFill>
                    <a:srgbClr val="ffffff"/>
                  </a:solidFill>
                </a:uFill>
                <a:latin typeface="Franklin Gothic Book"/>
              </a:rPr>
              <a:t>In conclusion, keyloggers pose a serious threat to your online security. However, by implementing a layered approach that combines preventative measures, detection techniques, and a recovery plan, you can significantly reduce your risk. Remember, vigilance is key. Stay informed about the latest cybersecurity threats and maintain good security hygiene by keeping your software updated, using strong passwords, and practicing caution when online. If you suspect a keylogger infection, don't hesitate to seek help from a professional. By taking proactive steps, you can safeguard your sensitive information and navigate the digital world with greater confidence.</a:t>
            </a:r>
            <a:endParaRPr b="0" lang="en-IN" sz="1800" spc="-1" strike="noStrike">
              <a:solidFill>
                <a:srgbClr val="000000"/>
              </a:solidFill>
              <a:uFill>
                <a:solidFill>
                  <a:srgbClr val="ffffff"/>
                </a:solidFill>
              </a:uFill>
              <a:latin typeface="Arial"/>
            </a:endParaRPr>
          </a:p>
        </p:txBody>
      </p:sp>
    </p:spTree>
  </p:cSld>
  <p:timing>
    <p:tnLst>
      <p:par>
        <p:cTn id="15" dur="indefinite" restart="never" nodeType="tmRoot">
          <p:childTnLst>
            <p:seq>
              <p:cTn id="16" nodeType="mainSeq"/>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CustomShape 1"/>
          <p:cNvSpPr/>
          <p:nvPr/>
        </p:nvSpPr>
        <p:spPr>
          <a:xfrm>
            <a:off x="581040" y="702000"/>
            <a:ext cx="11028960" cy="529560"/>
          </a:xfrm>
          <a:prstGeom prst="rect">
            <a:avLst/>
          </a:prstGeom>
          <a:noFill/>
          <a:ln>
            <a:noFill/>
          </a:ln>
        </p:spPr>
        <p:style>
          <a:lnRef idx="0"/>
          <a:fillRef idx="0"/>
          <a:effectRef idx="0"/>
          <a:fontRef idx="minor"/>
        </p:style>
        <p:txBody>
          <a:bodyPr lIns="90000" rIns="90000" tIns="45000" bIns="45000" anchor="b"/>
          <a:p>
            <a:pPr>
              <a:lnSpc>
                <a:spcPct val="100000"/>
              </a:lnSpc>
            </a:pPr>
            <a:r>
              <a:rPr b="1" lang="en-IN" sz="4400" spc="-1" strike="noStrike" cap="all">
                <a:solidFill>
                  <a:srgbClr val="1cade4"/>
                </a:solidFill>
                <a:uFill>
                  <a:solidFill>
                    <a:srgbClr val="ffffff"/>
                  </a:solidFill>
                </a:uFill>
                <a:latin typeface="Arial"/>
                <a:ea typeface="Franklin Gothic Demi"/>
              </a:rPr>
              <a:t>References</a:t>
            </a:r>
            <a:endParaRPr b="0" lang="en-IN" sz="1800" spc="-1" strike="noStrike">
              <a:solidFill>
                <a:srgbClr val="000000"/>
              </a:solidFill>
              <a:uFill>
                <a:solidFill>
                  <a:srgbClr val="ffffff"/>
                </a:solidFill>
              </a:uFill>
              <a:latin typeface="Arial"/>
            </a:endParaRPr>
          </a:p>
        </p:txBody>
      </p:sp>
      <p:sp>
        <p:nvSpPr>
          <p:cNvPr id="139" name="CustomShape 2"/>
          <p:cNvSpPr/>
          <p:nvPr/>
        </p:nvSpPr>
        <p:spPr>
          <a:xfrm>
            <a:off x="581040" y="1302120"/>
            <a:ext cx="11028960" cy="4672440"/>
          </a:xfrm>
          <a:prstGeom prst="rect">
            <a:avLst/>
          </a:prstGeom>
          <a:noFill/>
          <a:ln>
            <a:noFill/>
          </a:ln>
        </p:spPr>
        <p:style>
          <a:lnRef idx="0"/>
          <a:fillRef idx="0"/>
          <a:effectRef idx="0"/>
          <a:fontRef idx="minor"/>
        </p:style>
        <p:txBody>
          <a:bodyPr lIns="90000" rIns="90000" tIns="45000" bIns="45000" anchor="ctr"/>
          <a:p>
            <a:pPr marL="306000" indent="-305280">
              <a:lnSpc>
                <a:spcPct val="110000"/>
              </a:lnSpc>
              <a:buClr>
                <a:srgbClr val="1cade4"/>
              </a:buClr>
              <a:buSzPct val="92000"/>
              <a:buFont typeface="Wingdings 2" charset="2"/>
              <a:buChar char=""/>
            </a:pPr>
            <a:r>
              <a:rPr b="0" lang="en-IN" sz="2400" spc="-1" strike="noStrike">
                <a:solidFill>
                  <a:srgbClr val="404040"/>
                </a:solidFill>
                <a:uFill>
                  <a:solidFill>
                    <a:srgbClr val="ffffff"/>
                  </a:solidFill>
                </a:uFill>
                <a:latin typeface="Franklin Gothic Book"/>
              </a:rPr>
              <a:t> </a:t>
            </a:r>
            <a:r>
              <a:rPr b="0" lang="en-IN" sz="2400" spc="-1" strike="noStrike">
                <a:solidFill>
                  <a:srgbClr val="404040"/>
                </a:solidFill>
                <a:uFill>
                  <a:solidFill>
                    <a:srgbClr val="ffffff"/>
                  </a:solidFill>
                </a:uFill>
                <a:latin typeface="Franklin Gothic Book"/>
              </a:rPr>
              <a:t>Here are some general references on online security that you can consult for more details:</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0" lang="en-IN" sz="2400" spc="-1" strike="noStrike">
                <a:solidFill>
                  <a:srgbClr val="404040"/>
                </a:solidFill>
                <a:uFill>
                  <a:solidFill>
                    <a:srgbClr val="ffffff"/>
                  </a:solidFill>
                </a:uFill>
                <a:latin typeface="Franklin Gothic Book"/>
              </a:rPr>
              <a:t>National Institute of Standards and Technology (NIST) Cybersecurity Framework: </a:t>
            </a:r>
            <a:r>
              <a:rPr b="0" lang="en-IN" sz="2400" spc="-1" strike="noStrike" u="sng">
                <a:solidFill>
                  <a:srgbClr val="0000ff"/>
                </a:solidFill>
                <a:uFill>
                  <a:solidFill>
                    <a:srgbClr val="ffffff"/>
                  </a:solidFill>
                </a:uFill>
                <a:latin typeface="Franklin Gothic Book"/>
                <a:hlinkClick r:id="rId1"/>
              </a:rPr>
              <a:t>https://www.nist.gov/cyberframework</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0" lang="en-IN" sz="2400" spc="-1" strike="noStrike">
                <a:solidFill>
                  <a:srgbClr val="404040"/>
                </a:solidFill>
                <a:uFill>
                  <a:solidFill>
                    <a:srgbClr val="ffffff"/>
                  </a:solidFill>
                </a:uFill>
                <a:latin typeface="Franklin Gothic Book"/>
              </a:rPr>
              <a:t>Cybersecurity &amp; Infrastructure Security Agency (CISA) Shields Up program: </a:t>
            </a:r>
            <a:r>
              <a:rPr b="0" lang="en-IN" sz="2400" spc="-1" strike="noStrike" u="sng">
                <a:solidFill>
                  <a:srgbClr val="0000ff"/>
                </a:solidFill>
                <a:uFill>
                  <a:solidFill>
                    <a:srgbClr val="ffffff"/>
                  </a:solidFill>
                </a:uFill>
                <a:latin typeface="Franklin Gothic Book"/>
                <a:hlinkClick r:id="rId2"/>
              </a:rPr>
              <a:t>https://www.cisa.gov/shields-up</a:t>
            </a:r>
            <a:endParaRPr b="0" lang="en-IN" sz="1800" spc="-1" strike="noStrike">
              <a:solidFill>
                <a:srgbClr val="000000"/>
              </a:solidFill>
              <a:uFill>
                <a:solidFill>
                  <a:srgbClr val="ffffff"/>
                </a:solidFill>
              </a:uFill>
              <a:latin typeface="Arial"/>
            </a:endParaRPr>
          </a:p>
          <a:p>
            <a:pPr marL="306000" indent="-305280">
              <a:lnSpc>
                <a:spcPct val="110000"/>
              </a:lnSpc>
              <a:buClr>
                <a:srgbClr val="1cade4"/>
              </a:buClr>
              <a:buSzPct val="92000"/>
              <a:buFont typeface="Wingdings 2" charset="2"/>
              <a:buChar char=""/>
            </a:pPr>
            <a:r>
              <a:rPr b="0" lang="en-IN" sz="2400" spc="-1" strike="noStrike">
                <a:solidFill>
                  <a:srgbClr val="404040"/>
                </a:solidFill>
                <a:uFill>
                  <a:solidFill>
                    <a:srgbClr val="ffffff"/>
                  </a:solidFill>
                </a:uFill>
                <a:latin typeface="Franklin Gothic Book"/>
              </a:rPr>
              <a:t>Kaspersky Lab - What is Keystroke Logging and Keyloggers?: </a:t>
            </a:r>
            <a:r>
              <a:rPr b="0" lang="en-IN" sz="2400" spc="-1" strike="noStrike" u="sng">
                <a:solidFill>
                  <a:srgbClr val="0000ff"/>
                </a:solidFill>
                <a:uFill>
                  <a:solidFill>
                    <a:srgbClr val="ffffff"/>
                  </a:solidFill>
                </a:uFill>
                <a:latin typeface="Franklin Gothic Book"/>
                <a:hlinkClick r:id="rId3"/>
              </a:rPr>
              <a:t>https://www.kaspersky.com/resource-center/definitions/keylogger</a:t>
            </a:r>
            <a:endParaRPr b="0" lang="en-IN" sz="1800" spc="-1" strike="noStrike">
              <a:solidFill>
                <a:srgbClr val="000000"/>
              </a:solidFill>
              <a:uFill>
                <a:solidFill>
                  <a:srgbClr val="ffffff"/>
                </a:solidFill>
              </a:uFill>
              <a:latin typeface="Arial"/>
            </a:endParaRPr>
          </a:p>
          <a:p>
            <a:pPr marL="305280" indent="-304560">
              <a:lnSpc>
                <a:spcPct val="100000"/>
              </a:lnSpc>
            </a:pPr>
            <a:endParaRPr b="0" lang="en-IN" sz="1800" spc="-1" strike="noStrike">
              <a:solidFill>
                <a:srgbClr val="000000"/>
              </a:solidFill>
              <a:uFill>
                <a:solidFill>
                  <a:srgbClr val="ffffff"/>
                </a:solidFill>
              </a:uFill>
              <a:latin typeface="Arial"/>
            </a:endParaRPr>
          </a:p>
        </p:txBody>
      </p:sp>
    </p:spTree>
  </p:cSld>
  <p:timing>
    <p:tnLst>
      <p:par>
        <p:cTn id="17" dur="indefinite" restart="never" nodeType="tmRoot">
          <p:childTnLst>
            <p:seq>
              <p:cTn id="18" nodeType="mainSeq"/>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CustomShape 1"/>
          <p:cNvSpPr/>
          <p:nvPr/>
        </p:nvSpPr>
        <p:spPr>
          <a:xfrm>
            <a:off x="1463040" y="2766240"/>
            <a:ext cx="9298080" cy="1324800"/>
          </a:xfrm>
          <a:prstGeom prst="rect">
            <a:avLst/>
          </a:prstGeom>
          <a:noFill/>
          <a:ln>
            <a:noFill/>
          </a:ln>
        </p:spPr>
        <p:style>
          <a:lnRef idx="0"/>
          <a:fillRef idx="0"/>
          <a:effectRef idx="0"/>
          <a:fontRef idx="minor"/>
        </p:style>
        <p:txBody>
          <a:bodyPr lIns="90000" rIns="90000" tIns="45000" bIns="45000" anchor="b"/>
          <a:p>
            <a:pPr algn="ctr">
              <a:lnSpc>
                <a:spcPct val="100000"/>
              </a:lnSpc>
            </a:pPr>
            <a:r>
              <a:rPr b="1" lang="en-IN" sz="2800" spc="-1" strike="noStrike" cap="all">
                <a:solidFill>
                  <a:srgbClr val="002060"/>
                </a:solidFill>
                <a:uFill>
                  <a:solidFill>
                    <a:srgbClr val="ffffff"/>
                  </a:solidFill>
                </a:uFill>
                <a:latin typeface="Arial"/>
              </a:rPr>
              <a:t>THANK YOU</a:t>
            </a:r>
            <a:endParaRPr b="0" lang="en-IN" sz="1800" spc="-1" strike="noStrike">
              <a:solidFill>
                <a:srgbClr val="000000"/>
              </a:solidFill>
              <a:uFill>
                <a:solidFill>
                  <a:srgbClr val="ffffff"/>
                </a:solidFill>
              </a:uFill>
              <a:latin typeface="Arial"/>
            </a:endParaRPr>
          </a:p>
        </p:txBody>
      </p:sp>
    </p:spTree>
  </p:cSld>
  <p:timing>
    <p:tnLst>
      <p:par>
        <p:cTn id="19" dur="indefinite" restart="never" nodeType="tmRoot">
          <p:childTnLst>
            <p:seq>
              <p:cTn id="20"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Future forward</Template>
  <TotalTime>45</TotalTime>
  <Application>LibreOffice/5.1.6.2$Linux_X86_64 LibreOffice_project/10m0$Build-2</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2021-05-26T16:50:10Z</dcterms:created>
  <dc:creator>Vaibhav Ostwal</dc:creator>
  <dc:description/>
  <dc:language>en-IN</dc:language>
  <cp:lastModifiedBy/>
  <dcterms:modified xsi:type="dcterms:W3CDTF">2024-04-04T14:21:09Z</dcterms:modified>
  <cp:revision>30</cp:revision>
  <dc:subject/>
  <dc:title>SkillsBuild Partner Update template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ContentTypeId">
    <vt:lpwstr>0x0101000F1872188ABCFC48BECA6C87E8AC3285</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Notes">
    <vt:i4>0</vt:i4>
  </property>
  <property fmtid="{D5CDD505-2E9C-101B-9397-08002B2CF9AE}" pid="9" name="PresentationFormat">
    <vt:lpwstr>Custom</vt:lpwstr>
  </property>
  <property fmtid="{D5CDD505-2E9C-101B-9397-08002B2CF9AE}" pid="10" name="ScaleCrop">
    <vt:bool>0</vt:bool>
  </property>
  <property fmtid="{D5CDD505-2E9C-101B-9397-08002B2CF9AE}" pid="11" name="ShareDoc">
    <vt:bool>0</vt:bool>
  </property>
  <property fmtid="{D5CDD505-2E9C-101B-9397-08002B2CF9AE}" pid="12" name="Slides">
    <vt:i4>10</vt:i4>
  </property>
</Properties>
</file>